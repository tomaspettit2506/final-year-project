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Lst>
  <p:notesMasterIdLst>
    <p:notesMasterId r:id="rId5"/>
  </p:notesMasterIdLst>
  <p:sldIdLst>
    <p:sldId id="256" r:id="rId4"/>
  </p:sldIdLst>
  <p:sldSz cx="30275213" cy="42803763"/>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5453">
          <p15:clr>
            <a:srgbClr val="A4A3A4"/>
          </p15:clr>
        </p15:guide>
        <p15:guide id="2" orient="horz" pos="24328">
          <p15:clr>
            <a:srgbClr val="A4A3A4"/>
          </p15:clr>
        </p15:guide>
        <p15:guide id="3" pos="-1319">
          <p15:clr>
            <a:srgbClr val="A4A3A4"/>
          </p15:clr>
        </p15:guide>
        <p15:guide id="4" pos="5663">
          <p15:clr>
            <a:srgbClr val="A4A3A4"/>
          </p15:clr>
        </p15:guide>
        <p15:guide id="5" pos="6027">
          <p15:clr>
            <a:srgbClr val="A4A3A4"/>
          </p15:clr>
        </p15:guide>
        <p15:guide id="6" pos="20354">
          <p15:clr>
            <a:srgbClr val="A4A3A4"/>
          </p15:clr>
        </p15:guide>
        <p15:guide id="7" pos="13008">
          <p15:clr>
            <a:srgbClr val="A4A3A4"/>
          </p15:clr>
        </p15:guide>
        <p15:guide id="8" pos="133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B9CB"/>
    <a:srgbClr val="FF791E"/>
    <a:srgbClr val="005B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2C0D90-2181-4DA6-93B4-E4CDCC739AC4}" v="316" dt="2026-04-26T18:29:25.026"/>
  </p1510:revLst>
</p1510:revInfo>
</file>

<file path=ppt/tableStyles.xml><?xml version="1.0" encoding="utf-8"?>
<a:tblStyleLst xmlns:a="http://schemas.openxmlformats.org/drawingml/2006/main" def="{5C22544A-7EE6-4342-B048-85BDC9FD1C3A}">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8"/>
  </p:normalViewPr>
  <p:slideViewPr>
    <p:cSldViewPr snapToGrid="0" snapToObjects="1">
      <p:cViewPr varScale="1">
        <p:scale>
          <a:sx n="10" d="100"/>
          <a:sy n="10" d="100"/>
        </p:scale>
        <p:origin x="2148" y="0"/>
      </p:cViewPr>
      <p:guideLst>
        <p:guide orient="horz" pos="5453"/>
        <p:guide orient="horz" pos="24328"/>
        <p:guide pos="-1319"/>
        <p:guide pos="5663"/>
        <p:guide pos="6027"/>
        <p:guide pos="20354"/>
        <p:guide pos="13008"/>
        <p:guide pos="1337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AS PETTIT - STUDENT" userId="c0187007-d81e-4731-b531-09a4acaab630" providerId="ADAL" clId="{1845B8E1-B4B5-4804-9C0F-75C7339D749D}"/>
    <pc:docChg chg="undo redo custSel modSld modNotesMaster">
      <pc:chgData name="TOMAS PETTIT - STUDENT" userId="c0187007-d81e-4731-b531-09a4acaab630" providerId="ADAL" clId="{1845B8E1-B4B5-4804-9C0F-75C7339D749D}" dt="2026-04-26T18:46:56.216" v="2186" actId="1076"/>
      <pc:docMkLst>
        <pc:docMk/>
      </pc:docMkLst>
      <pc:sldChg chg="addSp delSp modSp mod setBg">
        <pc:chgData name="TOMAS PETTIT - STUDENT" userId="c0187007-d81e-4731-b531-09a4acaab630" providerId="ADAL" clId="{1845B8E1-B4B5-4804-9C0F-75C7339D749D}" dt="2026-04-26T18:46:56.216" v="2186" actId="1076"/>
        <pc:sldMkLst>
          <pc:docMk/>
          <pc:sldMk cId="0" sldId="256"/>
        </pc:sldMkLst>
        <pc:spChg chg="add mod">
          <ac:chgData name="TOMAS PETTIT - STUDENT" userId="c0187007-d81e-4731-b531-09a4acaab630" providerId="ADAL" clId="{1845B8E1-B4B5-4804-9C0F-75C7339D749D}" dt="2026-04-26T18:10:24.069" v="2115" actId="20577"/>
          <ac:spMkLst>
            <pc:docMk/>
            <pc:sldMk cId="0" sldId="256"/>
            <ac:spMk id="2" creationId="{022DEBE8-509F-2268-79CF-BCE74AF3C67E}"/>
          </ac:spMkLst>
        </pc:spChg>
        <pc:spChg chg="del mod">
          <ac:chgData name="TOMAS PETTIT - STUDENT" userId="c0187007-d81e-4731-b531-09a4acaab630" providerId="ADAL" clId="{1845B8E1-B4B5-4804-9C0F-75C7339D749D}" dt="2026-04-25T12:28:49.316" v="938" actId="478"/>
          <ac:spMkLst>
            <pc:docMk/>
            <pc:sldMk cId="0" sldId="256"/>
            <ac:spMk id="3" creationId="{6F51715C-110E-D797-0076-2356C82948A4}"/>
          </ac:spMkLst>
        </pc:spChg>
        <pc:spChg chg="add mod">
          <ac:chgData name="TOMAS PETTIT - STUDENT" userId="c0187007-d81e-4731-b531-09a4acaab630" providerId="ADAL" clId="{1845B8E1-B4B5-4804-9C0F-75C7339D749D}" dt="2026-04-26T18:29:53.919" v="2182" actId="113"/>
          <ac:spMkLst>
            <pc:docMk/>
            <pc:sldMk cId="0" sldId="256"/>
            <ac:spMk id="3" creationId="{A29C810C-CE11-2D01-1458-56D2ABA415A4}"/>
          </ac:spMkLst>
        </pc:spChg>
        <pc:spChg chg="del mod">
          <ac:chgData name="TOMAS PETTIT - STUDENT" userId="c0187007-d81e-4731-b531-09a4acaab630" providerId="ADAL" clId="{1845B8E1-B4B5-4804-9C0F-75C7339D749D}" dt="2026-04-25T12:32:59.332" v="970" actId="478"/>
          <ac:spMkLst>
            <pc:docMk/>
            <pc:sldMk cId="0" sldId="256"/>
            <ac:spMk id="4" creationId="{A3E52E19-AEFB-5DA1-8A0D-7106D82E3331}"/>
          </ac:spMkLst>
        </pc:spChg>
        <pc:spChg chg="del mod">
          <ac:chgData name="TOMAS PETTIT - STUDENT" userId="c0187007-d81e-4731-b531-09a4acaab630" providerId="ADAL" clId="{1845B8E1-B4B5-4804-9C0F-75C7339D749D}" dt="2026-04-25T12:33:04.039" v="973" actId="478"/>
          <ac:spMkLst>
            <pc:docMk/>
            <pc:sldMk cId="0" sldId="256"/>
            <ac:spMk id="6" creationId="{C26392E2-B259-1383-1433-16FB5D97C05E}"/>
          </ac:spMkLst>
        </pc:spChg>
        <pc:spChg chg="add mod">
          <ac:chgData name="TOMAS PETTIT - STUDENT" userId="c0187007-d81e-4731-b531-09a4acaab630" providerId="ADAL" clId="{1845B8E1-B4B5-4804-9C0F-75C7339D749D}" dt="2026-04-26T18:46:56.216" v="2186" actId="1076"/>
          <ac:spMkLst>
            <pc:docMk/>
            <pc:sldMk cId="0" sldId="256"/>
            <ac:spMk id="7" creationId="{C9F2D86B-82FE-2107-73D2-9E5F7D56D387}"/>
          </ac:spMkLst>
        </pc:spChg>
        <pc:spChg chg="add del mod">
          <ac:chgData name="TOMAS PETTIT - STUDENT" userId="c0187007-d81e-4731-b531-09a4acaab630" providerId="ADAL" clId="{1845B8E1-B4B5-4804-9C0F-75C7339D749D}" dt="2026-04-25T12:39:44.568" v="1099" actId="478"/>
          <ac:spMkLst>
            <pc:docMk/>
            <pc:sldMk cId="0" sldId="256"/>
            <ac:spMk id="9" creationId="{F8922477-371F-1B3B-0390-057601D367C7}"/>
          </ac:spMkLst>
        </pc:spChg>
        <pc:spChg chg="add mod">
          <ac:chgData name="TOMAS PETTIT - STUDENT" userId="c0187007-d81e-4731-b531-09a4acaab630" providerId="ADAL" clId="{1845B8E1-B4B5-4804-9C0F-75C7339D749D}" dt="2026-04-26T08:35:37.497" v="1912" actId="1076"/>
          <ac:spMkLst>
            <pc:docMk/>
            <pc:sldMk cId="0" sldId="256"/>
            <ac:spMk id="10" creationId="{2741A364-7B9E-CB69-B778-835F1A5CC535}"/>
          </ac:spMkLst>
        </pc:spChg>
        <pc:spChg chg="add mod">
          <ac:chgData name="TOMAS PETTIT - STUDENT" userId="c0187007-d81e-4731-b531-09a4acaab630" providerId="ADAL" clId="{1845B8E1-B4B5-4804-9C0F-75C7339D749D}" dt="2026-04-26T08:34:09.913" v="1901" actId="2711"/>
          <ac:spMkLst>
            <pc:docMk/>
            <pc:sldMk cId="0" sldId="256"/>
            <ac:spMk id="11" creationId="{551F99D5-68BF-1849-D845-D6A769C838E3}"/>
          </ac:spMkLst>
        </pc:spChg>
        <pc:spChg chg="add mod">
          <ac:chgData name="TOMAS PETTIT - STUDENT" userId="c0187007-d81e-4731-b531-09a4acaab630" providerId="ADAL" clId="{1845B8E1-B4B5-4804-9C0F-75C7339D749D}" dt="2026-04-26T18:07:29.168" v="2085" actId="20577"/>
          <ac:spMkLst>
            <pc:docMk/>
            <pc:sldMk cId="0" sldId="256"/>
            <ac:spMk id="12" creationId="{9927A152-8B08-704E-83C0-3A8045A0DF28}"/>
          </ac:spMkLst>
        </pc:spChg>
        <pc:spChg chg="add mod">
          <ac:chgData name="TOMAS PETTIT - STUDENT" userId="c0187007-d81e-4731-b531-09a4acaab630" providerId="ADAL" clId="{1845B8E1-B4B5-4804-9C0F-75C7339D749D}" dt="2026-04-25T15:28:35.783" v="1564" actId="14100"/>
          <ac:spMkLst>
            <pc:docMk/>
            <pc:sldMk cId="0" sldId="256"/>
            <ac:spMk id="13" creationId="{A99BAAF7-9C81-00BA-EAF2-1336FD00A5ED}"/>
          </ac:spMkLst>
        </pc:spChg>
        <pc:spChg chg="add mod">
          <ac:chgData name="TOMAS PETTIT - STUDENT" userId="c0187007-d81e-4731-b531-09a4acaab630" providerId="ADAL" clId="{1845B8E1-B4B5-4804-9C0F-75C7339D749D}" dt="2026-04-25T12:58:53.709" v="1263" actId="1076"/>
          <ac:spMkLst>
            <pc:docMk/>
            <pc:sldMk cId="0" sldId="256"/>
            <ac:spMk id="14" creationId="{A7C1F2DC-BD82-658A-BB52-F31573B4582E}"/>
          </ac:spMkLst>
        </pc:spChg>
        <pc:spChg chg="add mod">
          <ac:chgData name="TOMAS PETTIT - STUDENT" userId="c0187007-d81e-4731-b531-09a4acaab630" providerId="ADAL" clId="{1845B8E1-B4B5-4804-9C0F-75C7339D749D}" dt="2026-04-26T17:59:09.890" v="2043" actId="113"/>
          <ac:spMkLst>
            <pc:docMk/>
            <pc:sldMk cId="0" sldId="256"/>
            <ac:spMk id="15" creationId="{F7A45837-382E-DFFE-A469-B6FBFE954119}"/>
          </ac:spMkLst>
        </pc:spChg>
        <pc:spChg chg="add del mod">
          <ac:chgData name="TOMAS PETTIT - STUDENT" userId="c0187007-d81e-4731-b531-09a4acaab630" providerId="ADAL" clId="{1845B8E1-B4B5-4804-9C0F-75C7339D749D}" dt="2026-04-25T14:16:59.165" v="1420" actId="478"/>
          <ac:spMkLst>
            <pc:docMk/>
            <pc:sldMk cId="0" sldId="256"/>
            <ac:spMk id="20" creationId="{1F880402-8DD3-964D-0556-15A1A864D5E5}"/>
          </ac:spMkLst>
        </pc:spChg>
        <pc:spChg chg="add del mod">
          <ac:chgData name="TOMAS PETTIT - STUDENT" userId="c0187007-d81e-4731-b531-09a4acaab630" providerId="ADAL" clId="{1845B8E1-B4B5-4804-9C0F-75C7339D749D}" dt="2026-04-25T12:15:11.522" v="740" actId="478"/>
          <ac:spMkLst>
            <pc:docMk/>
            <pc:sldMk cId="0" sldId="256"/>
            <ac:spMk id="21" creationId="{16531F6D-2E3B-8E1D-C25F-FB18E7408105}"/>
          </ac:spMkLst>
        </pc:spChg>
        <pc:spChg chg="add mod">
          <ac:chgData name="TOMAS PETTIT - STUDENT" userId="c0187007-d81e-4731-b531-09a4acaab630" providerId="ADAL" clId="{1845B8E1-B4B5-4804-9C0F-75C7339D749D}" dt="2026-04-26T08:35:30.962" v="1911" actId="1076"/>
          <ac:spMkLst>
            <pc:docMk/>
            <pc:sldMk cId="0" sldId="256"/>
            <ac:spMk id="21" creationId="{7D387F94-4A4E-3D97-0322-4616D30EA39C}"/>
          </ac:spMkLst>
        </pc:spChg>
        <pc:spChg chg="add mod">
          <ac:chgData name="TOMAS PETTIT - STUDENT" userId="c0187007-d81e-4731-b531-09a4acaab630" providerId="ADAL" clId="{1845B8E1-B4B5-4804-9C0F-75C7339D749D}" dt="2026-04-26T17:44:33.289" v="2031" actId="20577"/>
          <ac:spMkLst>
            <pc:docMk/>
            <pc:sldMk cId="0" sldId="256"/>
            <ac:spMk id="23" creationId="{73374553-C3A1-3426-8784-EA7FA8C257DD}"/>
          </ac:spMkLst>
        </pc:spChg>
        <pc:spChg chg="add mod">
          <ac:chgData name="TOMAS PETTIT - STUDENT" userId="c0187007-d81e-4731-b531-09a4acaab630" providerId="ADAL" clId="{1845B8E1-B4B5-4804-9C0F-75C7339D749D}" dt="2026-04-26T18:06:01.388" v="2059" actId="113"/>
          <ac:spMkLst>
            <pc:docMk/>
            <pc:sldMk cId="0" sldId="256"/>
            <ac:spMk id="24" creationId="{4F6846AF-F269-ED4B-5740-F06A851BCD7D}"/>
          </ac:spMkLst>
        </pc:spChg>
        <pc:spChg chg="add mod">
          <ac:chgData name="TOMAS PETTIT - STUDENT" userId="c0187007-d81e-4731-b531-09a4acaab630" providerId="ADAL" clId="{1845B8E1-B4B5-4804-9C0F-75C7339D749D}" dt="2026-04-26T18:30:40.137" v="2184" actId="13926"/>
          <ac:spMkLst>
            <pc:docMk/>
            <pc:sldMk cId="0" sldId="256"/>
            <ac:spMk id="25" creationId="{BF3403CF-3438-695B-9820-7BEBAE15660E}"/>
          </ac:spMkLst>
        </pc:spChg>
        <pc:spChg chg="add mod">
          <ac:chgData name="TOMAS PETTIT - STUDENT" userId="c0187007-d81e-4731-b531-09a4acaab630" providerId="ADAL" clId="{1845B8E1-B4B5-4804-9C0F-75C7339D749D}" dt="2026-04-26T08:57:48.614" v="1953" actId="1076"/>
          <ac:spMkLst>
            <pc:docMk/>
            <pc:sldMk cId="0" sldId="256"/>
            <ac:spMk id="26" creationId="{AD682A7B-3639-ED13-6296-F6323E506FE5}"/>
          </ac:spMkLst>
        </pc:spChg>
        <pc:spChg chg="add del mod">
          <ac:chgData name="TOMAS PETTIT - STUDENT" userId="c0187007-d81e-4731-b531-09a4acaab630" providerId="ADAL" clId="{1845B8E1-B4B5-4804-9C0F-75C7339D749D}" dt="2026-04-25T12:33:00.898" v="971" actId="478"/>
          <ac:spMkLst>
            <pc:docMk/>
            <pc:sldMk cId="0" sldId="256"/>
            <ac:spMk id="27" creationId="{63C08A27-FA7E-D49D-FA27-E1D5D445D898}"/>
          </ac:spMkLst>
        </pc:spChg>
        <pc:spChg chg="add del mod">
          <ac:chgData name="TOMAS PETTIT - STUDENT" userId="c0187007-d81e-4731-b531-09a4acaab630" providerId="ADAL" clId="{1845B8E1-B4B5-4804-9C0F-75C7339D749D}" dt="2026-04-25T12:33:02.718" v="972" actId="478"/>
          <ac:spMkLst>
            <pc:docMk/>
            <pc:sldMk cId="0" sldId="256"/>
            <ac:spMk id="28" creationId="{B6F3BE35-3F55-F82E-4041-81B954FF9962}"/>
          </ac:spMkLst>
        </pc:spChg>
        <pc:spChg chg="add del mod">
          <ac:chgData name="TOMAS PETTIT - STUDENT" userId="c0187007-d81e-4731-b531-09a4acaab630" providerId="ADAL" clId="{1845B8E1-B4B5-4804-9C0F-75C7339D749D}" dt="2026-04-25T12:39:45.249" v="1100" actId="478"/>
          <ac:spMkLst>
            <pc:docMk/>
            <pc:sldMk cId="0" sldId="256"/>
            <ac:spMk id="29" creationId="{F9691935-A733-F2DD-F74C-A55A2B12B990}"/>
          </ac:spMkLst>
        </pc:spChg>
        <pc:spChg chg="add mod">
          <ac:chgData name="TOMAS PETTIT - STUDENT" userId="c0187007-d81e-4731-b531-09a4acaab630" providerId="ADAL" clId="{1845B8E1-B4B5-4804-9C0F-75C7339D749D}" dt="2026-04-26T08:28:57.940" v="1719" actId="14100"/>
          <ac:spMkLst>
            <pc:docMk/>
            <pc:sldMk cId="0" sldId="256"/>
            <ac:spMk id="35" creationId="{B025D334-04CF-D450-26F8-195F6E1CCE48}"/>
          </ac:spMkLst>
        </pc:spChg>
        <pc:spChg chg="add mod">
          <ac:chgData name="TOMAS PETTIT - STUDENT" userId="c0187007-d81e-4731-b531-09a4acaab630" providerId="ADAL" clId="{1845B8E1-B4B5-4804-9C0F-75C7339D749D}" dt="2026-04-26T08:29:23.106" v="1745" actId="14100"/>
          <ac:spMkLst>
            <pc:docMk/>
            <pc:sldMk cId="0" sldId="256"/>
            <ac:spMk id="36" creationId="{C88513BB-ADE7-CF93-CFEA-497E5EE5914B}"/>
          </ac:spMkLst>
        </pc:spChg>
        <pc:spChg chg="add mod">
          <ac:chgData name="TOMAS PETTIT - STUDENT" userId="c0187007-d81e-4731-b531-09a4acaab630" providerId="ADAL" clId="{1845B8E1-B4B5-4804-9C0F-75C7339D749D}" dt="2026-04-25T20:10:54.701" v="1629" actId="14100"/>
          <ac:spMkLst>
            <pc:docMk/>
            <pc:sldMk cId="0" sldId="256"/>
            <ac:spMk id="37" creationId="{D4398BF2-80DF-252D-E787-41843685B5A6}"/>
          </ac:spMkLst>
        </pc:spChg>
        <pc:spChg chg="add mod">
          <ac:chgData name="TOMAS PETTIT - STUDENT" userId="c0187007-d81e-4731-b531-09a4acaab630" providerId="ADAL" clId="{1845B8E1-B4B5-4804-9C0F-75C7339D749D}" dt="2026-04-26T18:30:02.994" v="2183" actId="113"/>
          <ac:spMkLst>
            <pc:docMk/>
            <pc:sldMk cId="0" sldId="256"/>
            <ac:spMk id="38" creationId="{8C3E5798-94DC-EDBC-02DE-3C5383B84D4E}"/>
          </ac:spMkLst>
        </pc:spChg>
        <pc:spChg chg="add del mod">
          <ac:chgData name="TOMAS PETTIT - STUDENT" userId="c0187007-d81e-4731-b531-09a4acaab630" providerId="ADAL" clId="{1845B8E1-B4B5-4804-9C0F-75C7339D749D}" dt="2026-04-25T14:20:18.421" v="1451" actId="478"/>
          <ac:spMkLst>
            <pc:docMk/>
            <pc:sldMk cId="0" sldId="256"/>
            <ac:spMk id="39" creationId="{7261AD54-B8FC-62D8-4A15-C6945FE69B3B}"/>
          </ac:spMkLst>
        </pc:spChg>
        <pc:spChg chg="mod">
          <ac:chgData name="TOMAS PETTIT - STUDENT" userId="c0187007-d81e-4731-b531-09a4acaab630" providerId="ADAL" clId="{1845B8E1-B4B5-4804-9C0F-75C7339D749D}" dt="2026-04-26T10:12:52.482" v="1992" actId="2711"/>
          <ac:spMkLst>
            <pc:docMk/>
            <pc:sldMk cId="0" sldId="256"/>
            <ac:spMk id="5121" creationId="{5C34FFF7-6375-FEF2-894D-1B20F0E170AB}"/>
          </ac:spMkLst>
        </pc:spChg>
        <pc:spChg chg="mod">
          <ac:chgData name="TOMAS PETTIT - STUDENT" userId="c0187007-d81e-4731-b531-09a4acaab630" providerId="ADAL" clId="{1845B8E1-B4B5-4804-9C0F-75C7339D749D}" dt="2026-04-25T13:04:43.522" v="1325" actId="16037"/>
          <ac:spMkLst>
            <pc:docMk/>
            <pc:sldMk cId="0" sldId="256"/>
            <ac:spMk id="5122" creationId="{2AC155E6-8ACE-F3F1-A66B-0F772E5066BD}"/>
          </ac:spMkLst>
        </pc:spChg>
        <pc:spChg chg="mod">
          <ac:chgData name="TOMAS PETTIT - STUDENT" userId="c0187007-d81e-4731-b531-09a4acaab630" providerId="ADAL" clId="{1845B8E1-B4B5-4804-9C0F-75C7339D749D}" dt="2026-04-26T18:07:18.560" v="2082" actId="20577"/>
          <ac:spMkLst>
            <pc:docMk/>
            <pc:sldMk cId="0" sldId="256"/>
            <ac:spMk id="5123" creationId="{93F4D7DD-0651-5DEB-C3FF-9F7911696A02}"/>
          </ac:spMkLst>
        </pc:spChg>
        <pc:spChg chg="mod">
          <ac:chgData name="TOMAS PETTIT - STUDENT" userId="c0187007-d81e-4731-b531-09a4acaab630" providerId="ADAL" clId="{1845B8E1-B4B5-4804-9C0F-75C7339D749D}" dt="2026-04-25T20:10:43.157" v="1628" actId="14100"/>
          <ac:spMkLst>
            <pc:docMk/>
            <pc:sldMk cId="0" sldId="256"/>
            <ac:spMk id="5124" creationId="{D129D99C-2A5B-B2A0-6E84-3C4C123C1FF7}"/>
          </ac:spMkLst>
        </pc:spChg>
        <pc:spChg chg="mod">
          <ac:chgData name="TOMAS PETTIT - STUDENT" userId="c0187007-d81e-4731-b531-09a4acaab630" providerId="ADAL" clId="{1845B8E1-B4B5-4804-9C0F-75C7339D749D}" dt="2026-04-25T13:06:31.443" v="1338" actId="1076"/>
          <ac:spMkLst>
            <pc:docMk/>
            <pc:sldMk cId="0" sldId="256"/>
            <ac:spMk id="5130" creationId="{E8381EDA-08A3-EBE1-825D-EB9BC6CDDB39}"/>
          </ac:spMkLst>
        </pc:spChg>
        <pc:spChg chg="mod">
          <ac:chgData name="TOMAS PETTIT - STUDENT" userId="c0187007-d81e-4731-b531-09a4acaab630" providerId="ADAL" clId="{1845B8E1-B4B5-4804-9C0F-75C7339D749D}" dt="2026-04-26T17:44:32.947" v="2029" actId="20577"/>
          <ac:spMkLst>
            <pc:docMk/>
            <pc:sldMk cId="0" sldId="256"/>
            <ac:spMk id="5134" creationId="{66C5DC0B-886C-242B-0A7A-DA2E0E8025A9}"/>
          </ac:spMkLst>
        </pc:spChg>
        <pc:spChg chg="mod">
          <ac:chgData name="TOMAS PETTIT - STUDENT" userId="c0187007-d81e-4731-b531-09a4acaab630" providerId="ADAL" clId="{1845B8E1-B4B5-4804-9C0F-75C7339D749D}" dt="2026-04-26T08:57:50.086" v="1972" actId="1076"/>
          <ac:spMkLst>
            <pc:docMk/>
            <pc:sldMk cId="0" sldId="256"/>
            <ac:spMk id="5143" creationId="{B65C3058-CB06-208E-864A-AF7CAC613D8C}"/>
          </ac:spMkLst>
        </pc:spChg>
        <pc:spChg chg="mod">
          <ac:chgData name="TOMAS PETTIT - STUDENT" userId="c0187007-d81e-4731-b531-09a4acaab630" providerId="ADAL" clId="{1845B8E1-B4B5-4804-9C0F-75C7339D749D}" dt="2026-04-25T20:08:34.146" v="1606" actId="1076"/>
          <ac:spMkLst>
            <pc:docMk/>
            <pc:sldMk cId="0" sldId="256"/>
            <ac:spMk id="5181" creationId="{D21F993C-8896-7A39-9885-F734507DE7AC}"/>
          </ac:spMkLst>
        </pc:spChg>
        <pc:spChg chg="mod">
          <ac:chgData name="TOMAS PETTIT - STUDENT" userId="c0187007-d81e-4731-b531-09a4acaab630" providerId="ADAL" clId="{1845B8E1-B4B5-4804-9C0F-75C7339D749D}" dt="2026-04-25T20:11:07.498" v="1631" actId="14100"/>
          <ac:spMkLst>
            <pc:docMk/>
            <pc:sldMk cId="0" sldId="256"/>
            <ac:spMk id="5182" creationId="{94A6FC72-1C8D-855D-B250-14B8908B2CB0}"/>
          </ac:spMkLst>
        </pc:spChg>
        <pc:spChg chg="mod">
          <ac:chgData name="TOMAS PETTIT - STUDENT" userId="c0187007-d81e-4731-b531-09a4acaab630" providerId="ADAL" clId="{1845B8E1-B4B5-4804-9C0F-75C7339D749D}" dt="2026-04-26T18:04:16.942" v="2057" actId="1076"/>
          <ac:spMkLst>
            <pc:docMk/>
            <pc:sldMk cId="0" sldId="256"/>
            <ac:spMk id="5184" creationId="{BA5BC09A-B8D2-441B-B428-300D13AAA6D1}"/>
          </ac:spMkLst>
        </pc:spChg>
        <pc:spChg chg="mod">
          <ac:chgData name="TOMAS PETTIT - STUDENT" userId="c0187007-d81e-4731-b531-09a4acaab630" providerId="ADAL" clId="{1845B8E1-B4B5-4804-9C0F-75C7339D749D}" dt="2026-04-26T18:29:25.026" v="2177" actId="1076"/>
          <ac:spMkLst>
            <pc:docMk/>
            <pc:sldMk cId="0" sldId="256"/>
            <ac:spMk id="5185" creationId="{350A28C5-3477-EE32-4731-F6D705B908B8}"/>
          </ac:spMkLst>
        </pc:spChg>
        <pc:picChg chg="add mod">
          <ac:chgData name="TOMAS PETTIT - STUDENT" userId="c0187007-d81e-4731-b531-09a4acaab630" providerId="ADAL" clId="{1845B8E1-B4B5-4804-9C0F-75C7339D749D}" dt="2026-04-26T18:46:52.454" v="2185" actId="1076"/>
          <ac:picMkLst>
            <pc:docMk/>
            <pc:sldMk cId="0" sldId="256"/>
            <ac:picMk id="5" creationId="{EF818B3D-523A-BCA7-14F9-039309BB8A45}"/>
          </ac:picMkLst>
        </pc:picChg>
        <pc:picChg chg="add mod">
          <ac:chgData name="TOMAS PETTIT - STUDENT" userId="c0187007-d81e-4731-b531-09a4acaab630" providerId="ADAL" clId="{1845B8E1-B4B5-4804-9C0F-75C7339D749D}" dt="2026-04-26T08:35:10.882" v="1905" actId="14100"/>
          <ac:picMkLst>
            <pc:docMk/>
            <pc:sldMk cId="0" sldId="256"/>
            <ac:picMk id="6" creationId="{F1AD7D0B-8C5F-3A6B-7B8B-613EAA5CEB84}"/>
          </ac:picMkLst>
        </pc:picChg>
        <pc:picChg chg="add del mod">
          <ac:chgData name="TOMAS PETTIT - STUDENT" userId="c0187007-d81e-4731-b531-09a4acaab630" providerId="ADAL" clId="{1845B8E1-B4B5-4804-9C0F-75C7339D749D}" dt="2026-04-25T14:23:58.324" v="1473" actId="478"/>
          <ac:picMkLst>
            <pc:docMk/>
            <pc:sldMk cId="0" sldId="256"/>
            <ac:picMk id="8" creationId="{01F494E6-8C78-C7D5-BD8A-AA6A0655B062}"/>
          </ac:picMkLst>
        </pc:picChg>
        <pc:picChg chg="add del">
          <ac:chgData name="TOMAS PETTIT - STUDENT" userId="c0187007-d81e-4731-b531-09a4acaab630" providerId="ADAL" clId="{1845B8E1-B4B5-4804-9C0F-75C7339D749D}" dt="2026-04-25T20:13:06.118" v="1642" actId="22"/>
          <ac:picMkLst>
            <pc:docMk/>
            <pc:sldMk cId="0" sldId="256"/>
            <ac:picMk id="9" creationId="{12CF144D-F8C3-E679-E21D-917A5516F0CE}"/>
          </ac:picMkLst>
        </pc:picChg>
        <pc:picChg chg="add del mod">
          <ac:chgData name="TOMAS PETTIT - STUDENT" userId="c0187007-d81e-4731-b531-09a4acaab630" providerId="ADAL" clId="{1845B8E1-B4B5-4804-9C0F-75C7339D749D}" dt="2026-04-25T14:23:57.776" v="1472" actId="478"/>
          <ac:picMkLst>
            <pc:docMk/>
            <pc:sldMk cId="0" sldId="256"/>
            <ac:picMk id="10" creationId="{3C7D0A62-B651-987C-AFEF-8558D10FE9D2}"/>
          </ac:picMkLst>
        </pc:picChg>
        <pc:picChg chg="add del mod">
          <ac:chgData name="TOMAS PETTIT - STUDENT" userId="c0187007-d81e-4731-b531-09a4acaab630" providerId="ADAL" clId="{1845B8E1-B4B5-4804-9C0F-75C7339D749D}" dt="2026-04-25T12:30:48.792" v="957" actId="22"/>
          <ac:picMkLst>
            <pc:docMk/>
            <pc:sldMk cId="0" sldId="256"/>
            <ac:picMk id="17" creationId="{141C73DC-9744-4887-CDA5-55A565C391EA}"/>
          </ac:picMkLst>
        </pc:picChg>
        <pc:picChg chg="add mod">
          <ac:chgData name="TOMAS PETTIT - STUDENT" userId="c0187007-d81e-4731-b531-09a4acaab630" providerId="ADAL" clId="{1845B8E1-B4B5-4804-9C0F-75C7339D749D}" dt="2026-04-26T08:35:15.074" v="1907" actId="14100"/>
          <ac:picMkLst>
            <pc:docMk/>
            <pc:sldMk cId="0" sldId="256"/>
            <ac:picMk id="17" creationId="{22F51B64-33A1-4F1F-8764-6DDDA68FB648}"/>
          </ac:picMkLst>
        </pc:picChg>
        <pc:picChg chg="add mod">
          <ac:chgData name="TOMAS PETTIT - STUDENT" userId="c0187007-d81e-4731-b531-09a4acaab630" providerId="ADAL" clId="{1845B8E1-B4B5-4804-9C0F-75C7339D749D}" dt="2026-04-25T15:23:54.578" v="1528" actId="14100"/>
          <ac:picMkLst>
            <pc:docMk/>
            <pc:sldMk cId="0" sldId="256"/>
            <ac:picMk id="19" creationId="{8F0D4656-1286-A173-E895-0DF13A32410B}"/>
          </ac:picMkLst>
        </pc:picChg>
        <pc:picChg chg="add mod">
          <ac:chgData name="TOMAS PETTIT - STUDENT" userId="c0187007-d81e-4731-b531-09a4acaab630" providerId="ADAL" clId="{1845B8E1-B4B5-4804-9C0F-75C7339D749D}" dt="2026-04-26T08:35:22.197" v="1909" actId="14100"/>
          <ac:picMkLst>
            <pc:docMk/>
            <pc:sldMk cId="0" sldId="256"/>
            <ac:picMk id="20" creationId="{A1A2E2E9-E75D-5F5C-9664-04CD5FA9B316}"/>
          </ac:picMkLst>
        </pc:picChg>
        <pc:picChg chg="add mod">
          <ac:chgData name="TOMAS PETTIT - STUDENT" userId="c0187007-d81e-4731-b531-09a4acaab630" providerId="ADAL" clId="{1845B8E1-B4B5-4804-9C0F-75C7339D749D}" dt="2026-04-26T08:34:13.038" v="1902" actId="14100"/>
          <ac:picMkLst>
            <pc:docMk/>
            <pc:sldMk cId="0" sldId="256"/>
            <ac:picMk id="22" creationId="{3B88BD84-E25C-C263-1921-E33B7BC76AC9}"/>
          </ac:picMkLst>
        </pc:picChg>
        <pc:picChg chg="add mod">
          <ac:chgData name="TOMAS PETTIT - STUDENT" userId="c0187007-d81e-4731-b531-09a4acaab630" providerId="ADAL" clId="{1845B8E1-B4B5-4804-9C0F-75C7339D749D}" dt="2026-04-25T20:09:50.918" v="1615" actId="1076"/>
          <ac:picMkLst>
            <pc:docMk/>
            <pc:sldMk cId="0" sldId="256"/>
            <ac:picMk id="30" creationId="{424783C2-AA8B-7FED-8345-109BE6613A8C}"/>
          </ac:picMkLst>
        </pc:picChg>
        <pc:picChg chg="add mod">
          <ac:chgData name="TOMAS PETTIT - STUDENT" userId="c0187007-d81e-4731-b531-09a4acaab630" providerId="ADAL" clId="{1845B8E1-B4B5-4804-9C0F-75C7339D749D}" dt="2026-04-25T20:09:50.918" v="1615" actId="1076"/>
          <ac:picMkLst>
            <pc:docMk/>
            <pc:sldMk cId="0" sldId="256"/>
            <ac:picMk id="32" creationId="{40A5B542-9C14-4E2E-B38F-7126F4F264B2}"/>
          </ac:picMkLst>
        </pc:picChg>
        <pc:picChg chg="add del">
          <ac:chgData name="TOMAS PETTIT - STUDENT" userId="c0187007-d81e-4731-b531-09a4acaab630" providerId="ADAL" clId="{1845B8E1-B4B5-4804-9C0F-75C7339D749D}" dt="2026-04-25T12:54:27.646" v="1242" actId="22"/>
          <ac:picMkLst>
            <pc:docMk/>
            <pc:sldMk cId="0" sldId="256"/>
            <ac:picMk id="34" creationId="{6CB598B5-F4A9-58B9-9C5D-ACFD9EE81326}"/>
          </ac:picMkLst>
        </pc:picChg>
        <pc:picChg chg="add del mod">
          <ac:chgData name="TOMAS PETTIT - STUDENT" userId="c0187007-d81e-4731-b531-09a4acaab630" providerId="ADAL" clId="{1845B8E1-B4B5-4804-9C0F-75C7339D749D}" dt="2026-04-25T14:22:26.259" v="1466" actId="22"/>
          <ac:picMkLst>
            <pc:docMk/>
            <pc:sldMk cId="0" sldId="256"/>
            <ac:picMk id="41" creationId="{68DFC1BD-13E8-9994-C760-C4605B54183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A7A4A280-C8E5-924D-9E25-061F4CE81188}"/>
              </a:ext>
            </a:extLst>
          </p:cNvPr>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Arial" charset="0"/>
                <a:ea typeface="+mn-ea"/>
                <a:cs typeface="+mn-cs"/>
              </a:defRPr>
            </a:lvl1pPr>
          </a:lstStyle>
          <a:p>
            <a:pPr>
              <a:defRPr/>
            </a:pPr>
            <a:endParaRPr lang="en-US"/>
          </a:p>
        </p:txBody>
      </p:sp>
      <p:sp>
        <p:nvSpPr>
          <p:cNvPr id="150531" name="Rectangle 3">
            <a:extLst>
              <a:ext uri="{FF2B5EF4-FFF2-40B4-BE49-F238E27FC236}">
                <a16:creationId xmlns:a16="http://schemas.microsoft.com/office/drawing/2014/main" id="{C0895D04-FFEB-7148-B234-136A840A75AF}"/>
              </a:ext>
            </a:extLst>
          </p:cNvPr>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Arial" charset="0"/>
                <a:ea typeface="+mn-ea"/>
                <a:cs typeface="+mn-cs"/>
              </a:defRPr>
            </a:lvl1pPr>
          </a:lstStyle>
          <a:p>
            <a:pPr>
              <a:defRPr/>
            </a:pPr>
            <a:endParaRPr lang="en-US"/>
          </a:p>
        </p:txBody>
      </p:sp>
      <p:sp>
        <p:nvSpPr>
          <p:cNvPr id="4100" name="Rectangle 4">
            <a:extLst>
              <a:ext uri="{FF2B5EF4-FFF2-40B4-BE49-F238E27FC236}">
                <a16:creationId xmlns:a16="http://schemas.microsoft.com/office/drawing/2014/main" id="{D41E0639-CFF4-5963-1B9D-96B2AB2068CC}"/>
              </a:ext>
            </a:extLst>
          </p:cNvPr>
          <p:cNvSpPr>
            <a:spLocks noGrp="1" noRot="1" noChangeAspect="1" noChangeArrowheads="1" noTextEdit="1"/>
          </p:cNvSpPr>
          <p:nvPr>
            <p:ph type="sldImg" idx="2"/>
          </p:nvPr>
        </p:nvSpPr>
        <p:spPr bwMode="auto">
          <a:xfrm>
            <a:off x="2384425" y="720725"/>
            <a:ext cx="254635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a:extLst>
              <a:ext uri="{FF2B5EF4-FFF2-40B4-BE49-F238E27FC236}">
                <a16:creationId xmlns:a16="http://schemas.microsoft.com/office/drawing/2014/main" id="{39500FB1-03CE-4B4C-8F60-932E5B66A19B}"/>
              </a:ext>
            </a:extLst>
          </p:cNvPr>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ECFF8F2F-2190-5A42-B565-0A0F4AA4486D}"/>
              </a:ext>
            </a:extLst>
          </p:cNvPr>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Arial" charset="0"/>
                <a:ea typeface="+mn-ea"/>
                <a:cs typeface="+mn-cs"/>
              </a:defRPr>
            </a:lvl1pPr>
          </a:lstStyle>
          <a:p>
            <a:pPr>
              <a:defRPr/>
            </a:pPr>
            <a:endParaRPr lang="en-US"/>
          </a:p>
        </p:txBody>
      </p:sp>
      <p:sp>
        <p:nvSpPr>
          <p:cNvPr id="150535" name="Rectangle 7">
            <a:extLst>
              <a:ext uri="{FF2B5EF4-FFF2-40B4-BE49-F238E27FC236}">
                <a16:creationId xmlns:a16="http://schemas.microsoft.com/office/drawing/2014/main" id="{18A25556-E38B-FC47-A496-B2BE4B28BE3A}"/>
              </a:ext>
            </a:extLst>
          </p:cNvPr>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atin typeface="Arial" panose="020B0604020202020204" pitchFamily="34" charset="0"/>
              </a:defRPr>
            </a:lvl1pPr>
          </a:lstStyle>
          <a:p>
            <a:fld id="{279825C3-825B-3946-BD16-73028C00BCBD}" type="slidenum">
              <a:rPr lang="en-US" altLang="fr-FR"/>
              <a:pPr/>
              <a:t>‹#›</a:t>
            </a:fld>
            <a:endParaRPr lang="en-US" alt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2CF0326D-B42B-2078-55AA-A505B5B3C7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panose="020B0604020202020204" pitchFamily="34" charset="0"/>
                <a:ea typeface="MS PGothic" panose="020B0600070205080204" pitchFamily="34" charset="-128"/>
              </a:defRPr>
            </a:lvl1pPr>
            <a:lvl2pPr marL="785372" indent="-302066">
              <a:spcBef>
                <a:spcPct val="30000"/>
              </a:spcBef>
              <a:defRPr sz="1300">
                <a:solidFill>
                  <a:schemeClr val="tx1"/>
                </a:solidFill>
                <a:latin typeface="Arial" panose="020B0604020202020204" pitchFamily="34" charset="0"/>
                <a:ea typeface="MS PGothic" panose="020B0600070205080204" pitchFamily="34" charset="-128"/>
              </a:defRPr>
            </a:lvl2pPr>
            <a:lvl3pPr marL="1208265" indent="-241653">
              <a:spcBef>
                <a:spcPct val="30000"/>
              </a:spcBef>
              <a:defRPr sz="1300">
                <a:solidFill>
                  <a:schemeClr val="tx1"/>
                </a:solidFill>
                <a:latin typeface="Arial" panose="020B0604020202020204" pitchFamily="34" charset="0"/>
                <a:ea typeface="MS PGothic" panose="020B0600070205080204" pitchFamily="34" charset="-128"/>
              </a:defRPr>
            </a:lvl3pPr>
            <a:lvl4pPr marL="1691571" indent="-241653">
              <a:spcBef>
                <a:spcPct val="30000"/>
              </a:spcBef>
              <a:defRPr sz="1300">
                <a:solidFill>
                  <a:schemeClr val="tx1"/>
                </a:solidFill>
                <a:latin typeface="Arial" panose="020B0604020202020204" pitchFamily="34" charset="0"/>
                <a:ea typeface="MS PGothic" panose="020B0600070205080204" pitchFamily="34" charset="-128"/>
              </a:defRPr>
            </a:lvl4pPr>
            <a:lvl5pPr marL="2174878" indent="-241653">
              <a:spcBef>
                <a:spcPct val="30000"/>
              </a:spcBef>
              <a:defRPr sz="13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30000"/>
              </a:spcBef>
              <a:spcAft>
                <a:spcPct val="0"/>
              </a:spcAft>
              <a:defRPr sz="13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30000"/>
              </a:spcBef>
              <a:spcAft>
                <a:spcPct val="0"/>
              </a:spcAft>
              <a:defRPr sz="13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30000"/>
              </a:spcBef>
              <a:spcAft>
                <a:spcPct val="0"/>
              </a:spcAft>
              <a:defRPr sz="13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30000"/>
              </a:spcBef>
              <a:spcAft>
                <a:spcPct val="0"/>
              </a:spcAft>
              <a:defRPr sz="1300">
                <a:solidFill>
                  <a:schemeClr val="tx1"/>
                </a:solidFill>
                <a:latin typeface="Arial" panose="020B0604020202020204" pitchFamily="34" charset="0"/>
                <a:ea typeface="MS PGothic" panose="020B0600070205080204" pitchFamily="34" charset="-128"/>
              </a:defRPr>
            </a:lvl9pPr>
          </a:lstStyle>
          <a:p>
            <a:pPr>
              <a:spcBef>
                <a:spcPct val="0"/>
              </a:spcBef>
            </a:pPr>
            <a:fld id="{BC2154B2-0A24-0045-AE1A-F198D54910BE}" type="slidenum">
              <a:rPr lang="en-US" altLang="fr-FR"/>
              <a:pPr>
                <a:spcBef>
                  <a:spcPct val="0"/>
                </a:spcBef>
              </a:pPr>
              <a:t>1</a:t>
            </a:fld>
            <a:endParaRPr lang="en-US" altLang="fr-FR"/>
          </a:p>
        </p:txBody>
      </p:sp>
      <p:sp>
        <p:nvSpPr>
          <p:cNvPr id="6146" name="Rectangle 2">
            <a:extLst>
              <a:ext uri="{FF2B5EF4-FFF2-40B4-BE49-F238E27FC236}">
                <a16:creationId xmlns:a16="http://schemas.microsoft.com/office/drawing/2014/main" id="{73CE1FE0-B498-4E2C-FED1-A4813984C32D}"/>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6A8B6B37-8961-D78A-02C3-7A1B6EFB7F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361446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0295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68450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62194" y="6236439"/>
            <a:ext cx="4587275" cy="356311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377632" y="6236439"/>
            <a:ext cx="4588610" cy="356311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65448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200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03678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961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1325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2829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8139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51618" y="1655375"/>
            <a:ext cx="7229364" cy="40212169"/>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62191" y="1655375"/>
            <a:ext cx="21561260" cy="402121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36184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13729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11370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304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6170" y="6247763"/>
            <a:ext cx="3375038"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149374" y="6247763"/>
            <a:ext cx="3376374"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18386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03969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994265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0913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713498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30915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47613" y="1655375"/>
            <a:ext cx="7233369" cy="4021783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6170" y="1655375"/>
            <a:ext cx="21573276" cy="402178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7337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631381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008506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005466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77954" y="6247763"/>
            <a:ext cx="14486764"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5092882" y="6247763"/>
            <a:ext cx="14488098"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07884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45378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81360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309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029834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70417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015276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06224" y="1655375"/>
            <a:ext cx="7274756" cy="4021783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77954" y="1655375"/>
            <a:ext cx="21700106" cy="402178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87692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0000">
              <a:schemeClr val="accent4">
                <a:lumMod val="97000"/>
                <a:lumOff val="3000"/>
              </a:schemeClr>
            </a:gs>
            <a:gs pos="8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80D2B4D0-280E-084C-BF00-55EE5E85170F}"/>
              </a:ext>
            </a:extLst>
          </p:cNvPr>
          <p:cNvSpPr>
            <a:spLocks noChangeArrowheads="1"/>
          </p:cNvSpPr>
          <p:nvPr/>
        </p:nvSpPr>
        <p:spPr bwMode="auto">
          <a:xfrm>
            <a:off x="0" y="0"/>
            <a:ext cx="30275213" cy="5291138"/>
          </a:xfrm>
          <a:prstGeom prst="rect">
            <a:avLst/>
          </a:prstGeom>
          <a:solidFill>
            <a:srgbClr val="005B5E"/>
          </a:solidFill>
          <a:ln>
            <a:noFill/>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dirty="0"/>
          </a:p>
        </p:txBody>
      </p:sp>
      <p:sp>
        <p:nvSpPr>
          <p:cNvPr id="1027" name="Rectangle 33">
            <a:extLst>
              <a:ext uri="{FF2B5EF4-FFF2-40B4-BE49-F238E27FC236}">
                <a16:creationId xmlns:a16="http://schemas.microsoft.com/office/drawing/2014/main" id="{DDF5F476-0C1B-7341-A1E5-2812C00860BC}"/>
              </a:ext>
            </a:extLst>
          </p:cNvPr>
          <p:cNvSpPr>
            <a:spLocks noChangeArrowheads="1"/>
          </p:cNvSpPr>
          <p:nvPr/>
        </p:nvSpPr>
        <p:spPr bwMode="auto">
          <a:xfrm>
            <a:off x="644525" y="6242050"/>
            <a:ext cx="9321800"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28" name="Rectangle 15">
            <a:extLst>
              <a:ext uri="{FF2B5EF4-FFF2-40B4-BE49-F238E27FC236}">
                <a16:creationId xmlns:a16="http://schemas.microsoft.com/office/drawing/2014/main" id="{4E51A2EB-8043-C663-44A2-A92102E109D1}"/>
              </a:ext>
            </a:extLst>
          </p:cNvPr>
          <p:cNvSpPr>
            <a:spLocks noGrp="1" noChangeArrowheads="1"/>
          </p:cNvSpPr>
          <p:nvPr>
            <p:ph type="title"/>
          </p:nvPr>
        </p:nvSpPr>
        <p:spPr bwMode="auto">
          <a:xfrm>
            <a:off x="7537450" y="648495"/>
            <a:ext cx="22044025" cy="386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dirty="0"/>
              <a:t>Click to edit Master title style</a:t>
            </a:r>
          </a:p>
        </p:txBody>
      </p:sp>
      <p:sp>
        <p:nvSpPr>
          <p:cNvPr id="1029" name="Rectangle 16">
            <a:extLst>
              <a:ext uri="{FF2B5EF4-FFF2-40B4-BE49-F238E27FC236}">
                <a16:creationId xmlns:a16="http://schemas.microsoft.com/office/drawing/2014/main" id="{C5BB2AEE-12B6-569F-4AAC-DE2AF3D627AD}"/>
              </a:ext>
            </a:extLst>
          </p:cNvPr>
          <p:cNvSpPr>
            <a:spLocks noGrp="1" noChangeArrowheads="1"/>
          </p:cNvSpPr>
          <p:nvPr>
            <p:ph type="body" idx="1"/>
          </p:nvPr>
        </p:nvSpPr>
        <p:spPr bwMode="auto">
          <a:xfrm>
            <a:off x="661988" y="6243638"/>
            <a:ext cx="9304337" cy="3563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1030" name="Rectangle 25">
            <a:extLst>
              <a:ext uri="{FF2B5EF4-FFF2-40B4-BE49-F238E27FC236}">
                <a16:creationId xmlns:a16="http://schemas.microsoft.com/office/drawing/2014/main" id="{92462A63-B664-C648-977D-332956FE036B}"/>
              </a:ext>
            </a:extLst>
          </p:cNvPr>
          <p:cNvSpPr>
            <a:spLocks noChangeArrowheads="1"/>
          </p:cNvSpPr>
          <p:nvPr/>
        </p:nvSpPr>
        <p:spPr bwMode="auto">
          <a:xfrm>
            <a:off x="0" y="0"/>
            <a:ext cx="30275213" cy="42803763"/>
          </a:xfrm>
          <a:prstGeom prst="rect">
            <a:avLst/>
          </a:prstGeom>
          <a:noFill/>
          <a:ln>
            <a:noFill/>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31" name="Rectangle 40">
            <a:extLst>
              <a:ext uri="{FF2B5EF4-FFF2-40B4-BE49-F238E27FC236}">
                <a16:creationId xmlns:a16="http://schemas.microsoft.com/office/drawing/2014/main" id="{32EDB4AB-0D9B-4145-BD20-F538212476B9}"/>
              </a:ext>
            </a:extLst>
          </p:cNvPr>
          <p:cNvSpPr>
            <a:spLocks noChangeArrowheads="1"/>
          </p:cNvSpPr>
          <p:nvPr/>
        </p:nvSpPr>
        <p:spPr bwMode="auto">
          <a:xfrm>
            <a:off x="20259675" y="6242050"/>
            <a:ext cx="9321800" cy="35625088"/>
          </a:xfrm>
          <a:prstGeom prst="rect">
            <a:avLst/>
          </a:prstGeom>
          <a:solidFill>
            <a:schemeClr val="bg2"/>
          </a:solidFill>
          <a:ln w="12700">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32" name="Rectangle 41">
            <a:extLst>
              <a:ext uri="{FF2B5EF4-FFF2-40B4-BE49-F238E27FC236}">
                <a16:creationId xmlns:a16="http://schemas.microsoft.com/office/drawing/2014/main" id="{D1BE76FC-9DFD-094D-8AE4-13A94A84F310}"/>
              </a:ext>
            </a:extLst>
          </p:cNvPr>
          <p:cNvSpPr>
            <a:spLocks noChangeArrowheads="1"/>
          </p:cNvSpPr>
          <p:nvPr/>
        </p:nvSpPr>
        <p:spPr bwMode="auto">
          <a:xfrm>
            <a:off x="10452100" y="6242050"/>
            <a:ext cx="9320213" cy="35625088"/>
          </a:xfrm>
          <a:prstGeom prst="rect">
            <a:avLst/>
          </a:prstGeom>
          <a:solidFill>
            <a:schemeClr val="bg2"/>
          </a:solidFill>
          <a:ln w="12700">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pic>
        <p:nvPicPr>
          <p:cNvPr id="5" name="Picture 4" descr="A black and white logo&#10;&#10;Description automatically generated">
            <a:extLst>
              <a:ext uri="{FF2B5EF4-FFF2-40B4-BE49-F238E27FC236}">
                <a16:creationId xmlns:a16="http://schemas.microsoft.com/office/drawing/2014/main" id="{AF20A75A-848E-488D-1450-CE5D927FD984}"/>
              </a:ext>
            </a:extLst>
          </p:cNvPr>
          <p:cNvPicPr>
            <a:picLocks noChangeAspect="1"/>
          </p:cNvPicPr>
          <p:nvPr userDrawn="1"/>
        </p:nvPicPr>
        <p:blipFill>
          <a:blip r:embed="rId13"/>
          <a:stretch>
            <a:fillRect/>
          </a:stretch>
        </p:blipFill>
        <p:spPr>
          <a:xfrm>
            <a:off x="163027" y="724694"/>
            <a:ext cx="7211397" cy="3869530"/>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749300" rtl="0" eaLnBrk="0" fontAlgn="base" hangingPunct="0">
        <a:spcBef>
          <a:spcPct val="0"/>
        </a:spcBef>
        <a:spcAft>
          <a:spcPct val="0"/>
        </a:spcAft>
        <a:defRPr sz="7200">
          <a:solidFill>
            <a:srgbClr val="FFFFFF"/>
          </a:solidFill>
          <a:latin typeface="+mj-lt"/>
          <a:ea typeface="MS PGothic" pitchFamily="34" charset="-128"/>
          <a:cs typeface="MS PGothic" charset="0"/>
        </a:defRPr>
      </a:lvl1pPr>
      <a:lvl2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5pPr>
      <a:lvl6pPr marL="457200" algn="ctr" defTabSz="749300" rtl="0" fontAlgn="base">
        <a:spcBef>
          <a:spcPct val="0"/>
        </a:spcBef>
        <a:spcAft>
          <a:spcPct val="0"/>
        </a:spcAft>
        <a:defRPr sz="7200">
          <a:solidFill>
            <a:schemeClr val="tx2"/>
          </a:solidFill>
          <a:latin typeface="Arial Black" charset="0"/>
        </a:defRPr>
      </a:lvl6pPr>
      <a:lvl7pPr marL="914400" algn="ctr" defTabSz="749300" rtl="0" fontAlgn="base">
        <a:spcBef>
          <a:spcPct val="0"/>
        </a:spcBef>
        <a:spcAft>
          <a:spcPct val="0"/>
        </a:spcAft>
        <a:defRPr sz="7200">
          <a:solidFill>
            <a:schemeClr val="tx2"/>
          </a:solidFill>
          <a:latin typeface="Arial Black" charset="0"/>
        </a:defRPr>
      </a:lvl7pPr>
      <a:lvl8pPr marL="1371600" algn="ctr" defTabSz="749300" rtl="0" fontAlgn="base">
        <a:spcBef>
          <a:spcPct val="0"/>
        </a:spcBef>
        <a:spcAft>
          <a:spcPct val="0"/>
        </a:spcAft>
        <a:defRPr sz="7200">
          <a:solidFill>
            <a:schemeClr val="tx2"/>
          </a:solidFill>
          <a:latin typeface="Arial Black" charset="0"/>
        </a:defRPr>
      </a:lvl8pPr>
      <a:lvl9pPr marL="1828800" algn="ctr" defTabSz="749300" rtl="0" fontAlgn="base">
        <a:spcBef>
          <a:spcPct val="0"/>
        </a:spcBef>
        <a:spcAft>
          <a:spcPct val="0"/>
        </a:spcAft>
        <a:defRPr sz="72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40000">
              <a:schemeClr val="accent4">
                <a:lumMod val="97000"/>
                <a:lumOff val="3000"/>
              </a:schemeClr>
            </a:gs>
            <a:gs pos="8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5EA915C-87A8-5044-BB0D-E37F2076BD1C}"/>
              </a:ext>
            </a:extLst>
          </p:cNvPr>
          <p:cNvSpPr>
            <a:spLocks noChangeArrowheads="1"/>
          </p:cNvSpPr>
          <p:nvPr/>
        </p:nvSpPr>
        <p:spPr bwMode="auto">
          <a:xfrm>
            <a:off x="0" y="0"/>
            <a:ext cx="30275213" cy="5473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1" name="Rectangle 3">
            <a:extLst>
              <a:ext uri="{FF2B5EF4-FFF2-40B4-BE49-F238E27FC236}">
                <a16:creationId xmlns:a16="http://schemas.microsoft.com/office/drawing/2014/main" id="{BEC338B2-7262-EB4B-85D8-379E00874EE1}"/>
              </a:ext>
            </a:extLst>
          </p:cNvPr>
          <p:cNvSpPr>
            <a:spLocks noChangeArrowheads="1"/>
          </p:cNvSpPr>
          <p:nvPr/>
        </p:nvSpPr>
        <p:spPr bwMode="auto">
          <a:xfrm>
            <a:off x="646113" y="6248400"/>
            <a:ext cx="6880225"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2" name="Rectangle 6">
            <a:extLst>
              <a:ext uri="{FF2B5EF4-FFF2-40B4-BE49-F238E27FC236}">
                <a16:creationId xmlns:a16="http://schemas.microsoft.com/office/drawing/2014/main" id="{89824C65-BEB3-04E0-007F-0D91C32ED100}"/>
              </a:ext>
            </a:extLst>
          </p:cNvPr>
          <p:cNvSpPr>
            <a:spLocks noGrp="1" noChangeArrowheads="1"/>
          </p:cNvSpPr>
          <p:nvPr>
            <p:ph type="title"/>
          </p:nvPr>
        </p:nvSpPr>
        <p:spPr bwMode="auto">
          <a:xfrm>
            <a:off x="661988" y="1655763"/>
            <a:ext cx="289194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a:t>Click to edit Master title style</a:t>
            </a:r>
          </a:p>
        </p:txBody>
      </p:sp>
      <p:sp>
        <p:nvSpPr>
          <p:cNvPr id="2053" name="Rectangle 7">
            <a:extLst>
              <a:ext uri="{FF2B5EF4-FFF2-40B4-BE49-F238E27FC236}">
                <a16:creationId xmlns:a16="http://schemas.microsoft.com/office/drawing/2014/main" id="{8516AFBB-37AB-9DD7-95C5-717E275E7D59}"/>
              </a:ext>
            </a:extLst>
          </p:cNvPr>
          <p:cNvSpPr>
            <a:spLocks noGrp="1" noChangeArrowheads="1"/>
          </p:cNvSpPr>
          <p:nvPr>
            <p:ph type="body" idx="1"/>
          </p:nvPr>
        </p:nvSpPr>
        <p:spPr bwMode="auto">
          <a:xfrm>
            <a:off x="646113" y="6264275"/>
            <a:ext cx="6880225" cy="3562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2054" name="Rectangle 8">
            <a:extLst>
              <a:ext uri="{FF2B5EF4-FFF2-40B4-BE49-F238E27FC236}">
                <a16:creationId xmlns:a16="http://schemas.microsoft.com/office/drawing/2014/main" id="{269D22D5-5E7D-7D4D-8D11-DD613FDD827A}"/>
              </a:ext>
            </a:extLst>
          </p:cNvPr>
          <p:cNvSpPr>
            <a:spLocks noChangeArrowheads="1"/>
          </p:cNvSpPr>
          <p:nvPr/>
        </p:nvSpPr>
        <p:spPr bwMode="auto">
          <a:xfrm>
            <a:off x="0" y="0"/>
            <a:ext cx="30275213" cy="4280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5" name="Rectangle 9">
            <a:extLst>
              <a:ext uri="{FF2B5EF4-FFF2-40B4-BE49-F238E27FC236}">
                <a16:creationId xmlns:a16="http://schemas.microsoft.com/office/drawing/2014/main" id="{E4C6E94E-56F8-D74B-A499-6528ABD80E29}"/>
              </a:ext>
            </a:extLst>
          </p:cNvPr>
          <p:cNvSpPr>
            <a:spLocks noChangeArrowheads="1"/>
          </p:cNvSpPr>
          <p:nvPr/>
        </p:nvSpPr>
        <p:spPr bwMode="auto">
          <a:xfrm>
            <a:off x="7926388" y="6248400"/>
            <a:ext cx="14322425"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6" name="Rectangle 11">
            <a:extLst>
              <a:ext uri="{FF2B5EF4-FFF2-40B4-BE49-F238E27FC236}">
                <a16:creationId xmlns:a16="http://schemas.microsoft.com/office/drawing/2014/main" id="{4C7DA45B-F8F3-DA40-AB9C-6C2D45F5FE56}"/>
              </a:ext>
            </a:extLst>
          </p:cNvPr>
          <p:cNvSpPr>
            <a:spLocks noChangeArrowheads="1"/>
          </p:cNvSpPr>
          <p:nvPr/>
        </p:nvSpPr>
        <p:spPr bwMode="auto">
          <a:xfrm>
            <a:off x="22696488" y="6248400"/>
            <a:ext cx="6884987"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7" name="Text Box 14">
            <a:extLst>
              <a:ext uri="{FF2B5EF4-FFF2-40B4-BE49-F238E27FC236}">
                <a16:creationId xmlns:a16="http://schemas.microsoft.com/office/drawing/2014/main" id="{62B71F04-6BDC-7842-B92B-36BE9A331871}"/>
              </a:ext>
            </a:extLst>
          </p:cNvPr>
          <p:cNvSpPr txBox="1">
            <a:spLocks noChangeArrowheads="1"/>
          </p:cNvSpPr>
          <p:nvPr userDrawn="1"/>
        </p:nvSpPr>
        <p:spPr bwMode="auto">
          <a:xfrm>
            <a:off x="646113" y="42260838"/>
            <a:ext cx="3308350" cy="155575"/>
          </a:xfrm>
          <a:prstGeom prst="rect">
            <a:avLst/>
          </a:prstGeom>
          <a:noFill/>
          <a:ln>
            <a:noFill/>
          </a:ln>
        </p:spPr>
        <p:txBody>
          <a:bodyPr lIns="74857" tIns="37421" rIns="74857" bIns="37421">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800"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749300" rtl="0" eaLnBrk="0" fontAlgn="base" hangingPunct="0">
        <a:spcBef>
          <a:spcPct val="0"/>
        </a:spcBef>
        <a:spcAft>
          <a:spcPct val="0"/>
        </a:spcAft>
        <a:defRPr sz="7100">
          <a:solidFill>
            <a:schemeClr val="bg1"/>
          </a:solidFill>
          <a:latin typeface="+mj-lt"/>
          <a:ea typeface="MS PGothic" pitchFamily="34" charset="-128"/>
          <a:cs typeface="MS PGothic" charset="0"/>
        </a:defRPr>
      </a:lvl1pPr>
      <a:lvl2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5pPr>
      <a:lvl6pPr marL="457200" algn="ctr" defTabSz="749300" rtl="0" fontAlgn="base">
        <a:spcBef>
          <a:spcPct val="0"/>
        </a:spcBef>
        <a:spcAft>
          <a:spcPct val="0"/>
        </a:spcAft>
        <a:defRPr sz="7100">
          <a:solidFill>
            <a:schemeClr val="tx2"/>
          </a:solidFill>
          <a:latin typeface="Arial Black" charset="0"/>
        </a:defRPr>
      </a:lvl6pPr>
      <a:lvl7pPr marL="914400" algn="ctr" defTabSz="749300" rtl="0" fontAlgn="base">
        <a:spcBef>
          <a:spcPct val="0"/>
        </a:spcBef>
        <a:spcAft>
          <a:spcPct val="0"/>
        </a:spcAft>
        <a:defRPr sz="7100">
          <a:solidFill>
            <a:schemeClr val="tx2"/>
          </a:solidFill>
          <a:latin typeface="Arial Black" charset="0"/>
        </a:defRPr>
      </a:lvl7pPr>
      <a:lvl8pPr marL="1371600" algn="ctr" defTabSz="749300" rtl="0" fontAlgn="base">
        <a:spcBef>
          <a:spcPct val="0"/>
        </a:spcBef>
        <a:spcAft>
          <a:spcPct val="0"/>
        </a:spcAft>
        <a:defRPr sz="7100">
          <a:solidFill>
            <a:schemeClr val="tx2"/>
          </a:solidFill>
          <a:latin typeface="Arial Black" charset="0"/>
        </a:defRPr>
      </a:lvl8pPr>
      <a:lvl9pPr marL="1828800" algn="ctr" defTabSz="749300" rtl="0" fontAlgn="base">
        <a:spcBef>
          <a:spcPct val="0"/>
        </a:spcBef>
        <a:spcAft>
          <a:spcPct val="0"/>
        </a:spcAft>
        <a:defRPr sz="71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40000">
              <a:schemeClr val="accent4">
                <a:lumMod val="97000"/>
                <a:lumOff val="3000"/>
              </a:schemeClr>
            </a:gs>
            <a:gs pos="8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57D8CEC-C970-5545-B1EC-2901675F4F2F}"/>
              </a:ext>
            </a:extLst>
          </p:cNvPr>
          <p:cNvSpPr>
            <a:spLocks noChangeArrowheads="1"/>
          </p:cNvSpPr>
          <p:nvPr/>
        </p:nvSpPr>
        <p:spPr bwMode="auto">
          <a:xfrm>
            <a:off x="0" y="0"/>
            <a:ext cx="30275213" cy="5473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5" name="Rectangle 3">
            <a:extLst>
              <a:ext uri="{FF2B5EF4-FFF2-40B4-BE49-F238E27FC236}">
                <a16:creationId xmlns:a16="http://schemas.microsoft.com/office/drawing/2014/main" id="{46E7F514-0858-E645-8DCB-7B658256459F}"/>
              </a:ext>
            </a:extLst>
          </p:cNvPr>
          <p:cNvSpPr>
            <a:spLocks noChangeArrowheads="1"/>
          </p:cNvSpPr>
          <p:nvPr/>
        </p:nvSpPr>
        <p:spPr bwMode="auto">
          <a:xfrm>
            <a:off x="477838" y="6248400"/>
            <a:ext cx="29224287"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6" name="Rectangle 6">
            <a:extLst>
              <a:ext uri="{FF2B5EF4-FFF2-40B4-BE49-F238E27FC236}">
                <a16:creationId xmlns:a16="http://schemas.microsoft.com/office/drawing/2014/main" id="{2CA3593C-4400-B2F5-F569-AE120ECB72CC}"/>
              </a:ext>
            </a:extLst>
          </p:cNvPr>
          <p:cNvSpPr>
            <a:spLocks noGrp="1" noChangeArrowheads="1"/>
          </p:cNvSpPr>
          <p:nvPr>
            <p:ph type="title"/>
          </p:nvPr>
        </p:nvSpPr>
        <p:spPr bwMode="auto">
          <a:xfrm>
            <a:off x="661988" y="1655763"/>
            <a:ext cx="289194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a:t>Click to edit Master title style</a:t>
            </a:r>
          </a:p>
        </p:txBody>
      </p:sp>
      <p:sp>
        <p:nvSpPr>
          <p:cNvPr id="3077" name="Rectangle 7">
            <a:extLst>
              <a:ext uri="{FF2B5EF4-FFF2-40B4-BE49-F238E27FC236}">
                <a16:creationId xmlns:a16="http://schemas.microsoft.com/office/drawing/2014/main" id="{0D1C5B07-2781-5346-09EA-EE1474814D65}"/>
              </a:ext>
            </a:extLst>
          </p:cNvPr>
          <p:cNvSpPr>
            <a:spLocks noGrp="1" noChangeArrowheads="1"/>
          </p:cNvSpPr>
          <p:nvPr>
            <p:ph type="body" idx="1"/>
          </p:nvPr>
        </p:nvSpPr>
        <p:spPr bwMode="auto">
          <a:xfrm>
            <a:off x="477838" y="6248400"/>
            <a:ext cx="29103637" cy="3562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3078" name="Rectangle 8">
            <a:extLst>
              <a:ext uri="{FF2B5EF4-FFF2-40B4-BE49-F238E27FC236}">
                <a16:creationId xmlns:a16="http://schemas.microsoft.com/office/drawing/2014/main" id="{4D49E4CC-BD61-6C48-B56D-E4FA3CBB2B65}"/>
              </a:ext>
            </a:extLst>
          </p:cNvPr>
          <p:cNvSpPr>
            <a:spLocks noChangeArrowheads="1"/>
          </p:cNvSpPr>
          <p:nvPr/>
        </p:nvSpPr>
        <p:spPr bwMode="auto">
          <a:xfrm>
            <a:off x="0" y="0"/>
            <a:ext cx="30275213" cy="4280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9" name="Text Box 14">
            <a:extLst>
              <a:ext uri="{FF2B5EF4-FFF2-40B4-BE49-F238E27FC236}">
                <a16:creationId xmlns:a16="http://schemas.microsoft.com/office/drawing/2014/main" id="{77480CCC-379B-C247-8E45-12B7352B369C}"/>
              </a:ext>
            </a:extLst>
          </p:cNvPr>
          <p:cNvSpPr txBox="1">
            <a:spLocks noChangeArrowheads="1"/>
          </p:cNvSpPr>
          <p:nvPr userDrawn="1"/>
        </p:nvSpPr>
        <p:spPr bwMode="auto">
          <a:xfrm>
            <a:off x="477838" y="42244963"/>
            <a:ext cx="3308350" cy="158750"/>
          </a:xfrm>
          <a:prstGeom prst="rect">
            <a:avLst/>
          </a:prstGeom>
          <a:noFill/>
          <a:ln>
            <a:noFill/>
          </a:ln>
        </p:spPr>
        <p:txBody>
          <a:bodyPr lIns="74857" tIns="37421" rIns="74857" bIns="37421">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800"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749300" rtl="0" eaLnBrk="0" fontAlgn="base" hangingPunct="0">
        <a:spcBef>
          <a:spcPct val="0"/>
        </a:spcBef>
        <a:spcAft>
          <a:spcPct val="0"/>
        </a:spcAft>
        <a:defRPr sz="7100">
          <a:solidFill>
            <a:schemeClr val="bg1"/>
          </a:solidFill>
          <a:latin typeface="+mj-lt"/>
          <a:ea typeface="MS PGothic" pitchFamily="34" charset="-128"/>
          <a:cs typeface="MS PGothic" charset="0"/>
        </a:defRPr>
      </a:lvl1pPr>
      <a:lvl2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5pPr>
      <a:lvl6pPr marL="457200" algn="ctr" defTabSz="749300" rtl="0" fontAlgn="base">
        <a:spcBef>
          <a:spcPct val="0"/>
        </a:spcBef>
        <a:spcAft>
          <a:spcPct val="0"/>
        </a:spcAft>
        <a:defRPr sz="7100">
          <a:solidFill>
            <a:schemeClr val="tx2"/>
          </a:solidFill>
          <a:latin typeface="Arial Black" charset="0"/>
        </a:defRPr>
      </a:lvl6pPr>
      <a:lvl7pPr marL="914400" algn="ctr" defTabSz="749300" rtl="0" fontAlgn="base">
        <a:spcBef>
          <a:spcPct val="0"/>
        </a:spcBef>
        <a:spcAft>
          <a:spcPct val="0"/>
        </a:spcAft>
        <a:defRPr sz="7100">
          <a:solidFill>
            <a:schemeClr val="tx2"/>
          </a:solidFill>
          <a:latin typeface="Arial Black" charset="0"/>
        </a:defRPr>
      </a:lvl7pPr>
      <a:lvl8pPr marL="1371600" algn="ctr" defTabSz="749300" rtl="0" fontAlgn="base">
        <a:spcBef>
          <a:spcPct val="0"/>
        </a:spcBef>
        <a:spcAft>
          <a:spcPct val="0"/>
        </a:spcAft>
        <a:defRPr sz="7100">
          <a:solidFill>
            <a:schemeClr val="tx2"/>
          </a:solidFill>
          <a:latin typeface="Arial Black" charset="0"/>
        </a:defRPr>
      </a:lvl8pPr>
      <a:lvl9pPr marL="1828800" algn="ctr" defTabSz="749300" rtl="0" fontAlgn="base">
        <a:spcBef>
          <a:spcPct val="0"/>
        </a:spcBef>
        <a:spcAft>
          <a:spcPct val="0"/>
        </a:spcAft>
        <a:defRPr sz="71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hyperlink" Target="https://github.com/tomaspettit2506/final-year-project"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0000">
              <a:srgbClr val="7BB9CB"/>
            </a:gs>
            <a:gs pos="20000">
              <a:schemeClr val="bg2">
                <a:lumMod val="50000"/>
              </a:schemeClr>
            </a:gs>
            <a:gs pos="90000">
              <a:schemeClr val="accent4"/>
            </a:gs>
            <a:gs pos="7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5121" name="Rectangle 5">
            <a:extLst>
              <a:ext uri="{FF2B5EF4-FFF2-40B4-BE49-F238E27FC236}">
                <a16:creationId xmlns:a16="http://schemas.microsoft.com/office/drawing/2014/main" id="{5C34FFF7-6375-FEF2-894D-1B20F0E170AB}"/>
              </a:ext>
            </a:extLst>
          </p:cNvPr>
          <p:cNvSpPr>
            <a:spLocks noChangeArrowheads="1"/>
          </p:cNvSpPr>
          <p:nvPr/>
        </p:nvSpPr>
        <p:spPr bwMode="auto">
          <a:xfrm>
            <a:off x="9248198" y="314492"/>
            <a:ext cx="12045308" cy="187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4838" tIns="37413" rIns="74838" bIns="37413">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fr-FR" sz="4500" dirty="0">
                <a:solidFill>
                  <a:schemeClr val="bg1"/>
                </a:solidFill>
                <a:latin typeface="Arial Black" panose="020B0604020202020204" pitchFamily="34" charset="0"/>
              </a:rPr>
              <a:t> Guardians of the Chess Grandmaster</a:t>
            </a:r>
          </a:p>
          <a:p>
            <a:pPr algn="ctr" eaLnBrk="1" hangingPunct="1">
              <a:spcBef>
                <a:spcPct val="50000"/>
              </a:spcBef>
              <a:buFontTx/>
              <a:buNone/>
            </a:pPr>
            <a:r>
              <a:rPr lang="en-US" sz="4500" dirty="0">
                <a:solidFill>
                  <a:schemeClr val="bg1"/>
                </a:solidFill>
                <a:latin typeface="Arial Black" panose="020B0A04020102020204" pitchFamily="34" charset="0"/>
              </a:rPr>
              <a:t>Learn Chess Like a Grandmaster</a:t>
            </a:r>
            <a:endParaRPr lang="en-US" altLang="fr-FR" sz="4500" dirty="0">
              <a:solidFill>
                <a:schemeClr val="bg1"/>
              </a:solidFill>
              <a:latin typeface="Arial Black" panose="020B0A04020102020204" pitchFamily="34" charset="0"/>
            </a:endParaRPr>
          </a:p>
        </p:txBody>
      </p:sp>
      <p:sp>
        <p:nvSpPr>
          <p:cNvPr id="5122" name="Text Box 471">
            <a:extLst>
              <a:ext uri="{FF2B5EF4-FFF2-40B4-BE49-F238E27FC236}">
                <a16:creationId xmlns:a16="http://schemas.microsoft.com/office/drawing/2014/main" id="{2AC155E6-8ACE-F3F1-A66B-0F772E5066BD}"/>
              </a:ext>
            </a:extLst>
          </p:cNvPr>
          <p:cNvSpPr txBox="1">
            <a:spLocks noChangeArrowheads="1"/>
          </p:cNvSpPr>
          <p:nvPr/>
        </p:nvSpPr>
        <p:spPr bwMode="auto">
          <a:xfrm>
            <a:off x="646113" y="6248400"/>
            <a:ext cx="9321800"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Introduction</a:t>
            </a:r>
          </a:p>
        </p:txBody>
      </p:sp>
      <p:sp>
        <p:nvSpPr>
          <p:cNvPr id="5123" name="Text Box 472">
            <a:extLst>
              <a:ext uri="{FF2B5EF4-FFF2-40B4-BE49-F238E27FC236}">
                <a16:creationId xmlns:a16="http://schemas.microsoft.com/office/drawing/2014/main" id="{93F4D7DD-0651-5DEB-C3FF-9F7911696A02}"/>
              </a:ext>
            </a:extLst>
          </p:cNvPr>
          <p:cNvSpPr txBox="1">
            <a:spLocks noChangeArrowheads="1"/>
          </p:cNvSpPr>
          <p:nvPr/>
        </p:nvSpPr>
        <p:spPr bwMode="auto">
          <a:xfrm>
            <a:off x="926765" y="7287610"/>
            <a:ext cx="8730166" cy="762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buNone/>
            </a:pPr>
            <a:r>
              <a:rPr lang="en-US" sz="3100" dirty="0">
                <a:latin typeface="+mn-lt"/>
              </a:rPr>
              <a:t>Guardians of the Chess Grandmaster (GOTCG) is an </a:t>
            </a:r>
            <a:r>
              <a:rPr lang="en-US" sz="3100" b="1" dirty="0">
                <a:latin typeface="+mn-lt"/>
              </a:rPr>
              <a:t>interactive</a:t>
            </a:r>
            <a:r>
              <a:rPr lang="en-US" sz="3100" dirty="0">
                <a:latin typeface="+mn-lt"/>
              </a:rPr>
              <a:t> chess‑learning platform that helps players think and improve like a grandmaster. It combines guided tutorials, real‑time gameplay, automated game analysis, and progress tracking to create a structured learning experience for beginners and intermediate players.</a:t>
            </a:r>
          </a:p>
          <a:p>
            <a:pPr>
              <a:buNone/>
            </a:pPr>
            <a:endParaRPr lang="en-US" sz="3100" dirty="0">
              <a:latin typeface="+mn-lt"/>
            </a:endParaRPr>
          </a:p>
          <a:p>
            <a:pPr>
              <a:buNone/>
            </a:pPr>
            <a:r>
              <a:rPr lang="en-US" sz="3100" dirty="0">
                <a:latin typeface="+mn-lt"/>
              </a:rPr>
              <a:t>The platform is built using a modern web stack - React, TypeScript, Node.js, Firebase, MongoDB, and Socket.IO - to deliver a responsive, mobile‑friendly Progressive Web App (PWA). The project demonstrates </a:t>
            </a:r>
            <a:r>
              <a:rPr lang="en-US" sz="3100" b="1" dirty="0">
                <a:latin typeface="+mn-lt"/>
              </a:rPr>
              <a:t>full‑stack </a:t>
            </a:r>
            <a:r>
              <a:rPr lang="en-US" sz="3100" dirty="0">
                <a:latin typeface="+mn-lt"/>
              </a:rPr>
              <a:t>engineering, real‑time communication, cloud deployment, and user-</a:t>
            </a:r>
            <a:r>
              <a:rPr lang="en-US" sz="3100" dirty="0" err="1">
                <a:latin typeface="+mn-lt"/>
              </a:rPr>
              <a:t>centred</a:t>
            </a:r>
            <a:r>
              <a:rPr lang="en-US" sz="3100" dirty="0">
                <a:latin typeface="+mn-lt"/>
              </a:rPr>
              <a:t> design.</a:t>
            </a:r>
          </a:p>
        </p:txBody>
      </p:sp>
      <p:sp>
        <p:nvSpPr>
          <p:cNvPr id="5124" name="Text Box 473">
            <a:extLst>
              <a:ext uri="{FF2B5EF4-FFF2-40B4-BE49-F238E27FC236}">
                <a16:creationId xmlns:a16="http://schemas.microsoft.com/office/drawing/2014/main" id="{D129D99C-2A5B-B2A0-6E84-3C4C123C1FF7}"/>
              </a:ext>
            </a:extLst>
          </p:cNvPr>
          <p:cNvSpPr txBox="1">
            <a:spLocks noChangeArrowheads="1"/>
          </p:cNvSpPr>
          <p:nvPr/>
        </p:nvSpPr>
        <p:spPr bwMode="auto">
          <a:xfrm>
            <a:off x="660234" y="15206848"/>
            <a:ext cx="9321800" cy="629571"/>
          </a:xfrm>
          <a:prstGeom prst="rect">
            <a:avLst/>
          </a:prstGeom>
          <a:solidFill>
            <a:srgbClr val="FF791E"/>
          </a:solidFill>
          <a:ln>
            <a:noFill/>
          </a:ln>
        </p:spPr>
        <p:txBody>
          <a:bodyPr wrap="square"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buNone/>
            </a:pPr>
            <a:r>
              <a:rPr lang="en-GB" sz="3600" b="1" dirty="0">
                <a:solidFill>
                  <a:schemeClr val="bg1"/>
                </a:solidFill>
                <a:latin typeface="Arial Narrow" panose="020B0606020202030204" pitchFamily="34" charset="0"/>
              </a:rPr>
              <a:t>System Architecture</a:t>
            </a:r>
          </a:p>
        </p:txBody>
      </p:sp>
      <p:sp>
        <p:nvSpPr>
          <p:cNvPr id="5130" name="Text Box 489">
            <a:extLst>
              <a:ext uri="{FF2B5EF4-FFF2-40B4-BE49-F238E27FC236}">
                <a16:creationId xmlns:a16="http://schemas.microsoft.com/office/drawing/2014/main" id="{E8381EDA-08A3-EBE1-825D-EB9BC6CDDB39}"/>
              </a:ext>
            </a:extLst>
          </p:cNvPr>
          <p:cNvSpPr txBox="1">
            <a:spLocks noChangeArrowheads="1"/>
          </p:cNvSpPr>
          <p:nvPr/>
        </p:nvSpPr>
        <p:spPr bwMode="auto">
          <a:xfrm>
            <a:off x="8871522" y="23022901"/>
            <a:ext cx="1524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fr-FR" sz="900">
                <a:solidFill>
                  <a:srgbClr val="009900"/>
                </a:solidFill>
                <a:latin typeface="Arial Narrow" panose="020B0604020202020204" pitchFamily="34" charset="0"/>
              </a:rPr>
              <a:t>A</a:t>
            </a:r>
          </a:p>
          <a:p>
            <a:pPr eaLnBrk="1" hangingPunct="1">
              <a:spcBef>
                <a:spcPct val="50000"/>
              </a:spcBef>
              <a:buFontTx/>
              <a:buNone/>
            </a:pPr>
            <a:endParaRPr lang="en-US" altLang="fr-FR" sz="900">
              <a:solidFill>
                <a:srgbClr val="009900"/>
              </a:solidFill>
              <a:latin typeface="Arial Narrow" panose="020B0604020202020204" pitchFamily="34" charset="0"/>
            </a:endParaRPr>
          </a:p>
          <a:p>
            <a:pPr eaLnBrk="1" hangingPunct="1">
              <a:spcBef>
                <a:spcPct val="50000"/>
              </a:spcBef>
              <a:buFontTx/>
              <a:buNone/>
            </a:pPr>
            <a:r>
              <a:rPr lang="en-US" altLang="fr-FR" sz="900">
                <a:solidFill>
                  <a:srgbClr val="009900"/>
                </a:solidFill>
                <a:latin typeface="Arial Narrow" panose="020B0604020202020204" pitchFamily="34" charset="0"/>
              </a:rPr>
              <a:t>B</a:t>
            </a:r>
          </a:p>
        </p:txBody>
      </p:sp>
      <p:sp>
        <p:nvSpPr>
          <p:cNvPr id="5134" name="Text Box 495">
            <a:extLst>
              <a:ext uri="{FF2B5EF4-FFF2-40B4-BE49-F238E27FC236}">
                <a16:creationId xmlns:a16="http://schemas.microsoft.com/office/drawing/2014/main" id="{66C5DC0B-886C-242B-0A7A-DA2E0E8025A9}"/>
              </a:ext>
            </a:extLst>
          </p:cNvPr>
          <p:cNvSpPr txBox="1">
            <a:spLocks noChangeArrowheads="1"/>
          </p:cNvSpPr>
          <p:nvPr/>
        </p:nvSpPr>
        <p:spPr bwMode="auto">
          <a:xfrm>
            <a:off x="10464326" y="16182031"/>
            <a:ext cx="9320214" cy="630238"/>
          </a:xfrm>
          <a:prstGeom prst="rect">
            <a:avLst/>
          </a:prstGeom>
          <a:solidFill>
            <a:srgbClr val="FF791E"/>
          </a:solidFill>
          <a:ln>
            <a:noFill/>
          </a:ln>
        </p:spPr>
        <p:txBody>
          <a:bodyPr wrap="square"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AI vs Multiplayer</a:t>
            </a:r>
          </a:p>
        </p:txBody>
      </p:sp>
      <p:sp>
        <p:nvSpPr>
          <p:cNvPr id="5143" name="Text Box 522">
            <a:extLst>
              <a:ext uri="{FF2B5EF4-FFF2-40B4-BE49-F238E27FC236}">
                <a16:creationId xmlns:a16="http://schemas.microsoft.com/office/drawing/2014/main" id="{B65C3058-CB06-208E-864A-AF7CAC613D8C}"/>
              </a:ext>
            </a:extLst>
          </p:cNvPr>
          <p:cNvSpPr txBox="1">
            <a:spLocks noChangeArrowheads="1"/>
          </p:cNvSpPr>
          <p:nvPr/>
        </p:nvSpPr>
        <p:spPr bwMode="auto">
          <a:xfrm>
            <a:off x="10464327" y="38349595"/>
            <a:ext cx="9320213"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Evaluation</a:t>
            </a:r>
          </a:p>
        </p:txBody>
      </p:sp>
      <p:sp>
        <p:nvSpPr>
          <p:cNvPr id="5181" name="Text Box 561">
            <a:extLst>
              <a:ext uri="{FF2B5EF4-FFF2-40B4-BE49-F238E27FC236}">
                <a16:creationId xmlns:a16="http://schemas.microsoft.com/office/drawing/2014/main" id="{D21F993C-8896-7A39-9885-F734507DE7AC}"/>
              </a:ext>
            </a:extLst>
          </p:cNvPr>
          <p:cNvSpPr txBox="1">
            <a:spLocks noChangeArrowheads="1"/>
          </p:cNvSpPr>
          <p:nvPr/>
        </p:nvSpPr>
        <p:spPr bwMode="auto">
          <a:xfrm>
            <a:off x="20279520" y="21693150"/>
            <a:ext cx="9320212"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Conclusion</a:t>
            </a:r>
          </a:p>
        </p:txBody>
      </p:sp>
      <p:sp>
        <p:nvSpPr>
          <p:cNvPr id="5182" name="Text Box 562">
            <a:extLst>
              <a:ext uri="{FF2B5EF4-FFF2-40B4-BE49-F238E27FC236}">
                <a16:creationId xmlns:a16="http://schemas.microsoft.com/office/drawing/2014/main" id="{94A6FC72-1C8D-855D-B250-14B8908B2CB0}"/>
              </a:ext>
            </a:extLst>
          </p:cNvPr>
          <p:cNvSpPr txBox="1">
            <a:spLocks noChangeArrowheads="1"/>
          </p:cNvSpPr>
          <p:nvPr/>
        </p:nvSpPr>
        <p:spPr bwMode="auto">
          <a:xfrm>
            <a:off x="20255710" y="33724245"/>
            <a:ext cx="9344022" cy="630237"/>
          </a:xfrm>
          <a:prstGeom prst="rect">
            <a:avLst/>
          </a:prstGeom>
          <a:solidFill>
            <a:srgbClr val="FF791E"/>
          </a:solidFill>
          <a:ln>
            <a:noFill/>
          </a:ln>
        </p:spPr>
        <p:txBody>
          <a:bodyPr wrap="square"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Acknowledgements</a:t>
            </a:r>
          </a:p>
        </p:txBody>
      </p:sp>
      <p:sp>
        <p:nvSpPr>
          <p:cNvPr id="5184" name="Text Box 564">
            <a:extLst>
              <a:ext uri="{FF2B5EF4-FFF2-40B4-BE49-F238E27FC236}">
                <a16:creationId xmlns:a16="http://schemas.microsoft.com/office/drawing/2014/main" id="{BA5BC09A-B8D2-441B-B428-300D13AAA6D1}"/>
              </a:ext>
            </a:extLst>
          </p:cNvPr>
          <p:cNvSpPr txBox="1">
            <a:spLocks noChangeArrowheads="1"/>
          </p:cNvSpPr>
          <p:nvPr/>
        </p:nvSpPr>
        <p:spPr bwMode="auto">
          <a:xfrm>
            <a:off x="20429749" y="22967851"/>
            <a:ext cx="8988255" cy="989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buNone/>
            </a:pPr>
            <a:r>
              <a:rPr lang="en-US" sz="3000" dirty="0"/>
              <a:t>Guardians of the Chess Grandmaster (GOTCG) delivers a modern, scalable, and user‑friendly chess learning platform that showcases full‑stack engineering, real‑time communication, cloud deployment, and thoughtful UX design.</a:t>
            </a:r>
          </a:p>
          <a:p>
            <a:pPr>
              <a:buNone/>
            </a:pPr>
            <a:endParaRPr lang="en-US" sz="3000" dirty="0"/>
          </a:p>
          <a:p>
            <a:pPr>
              <a:buNone/>
            </a:pPr>
            <a:r>
              <a:rPr lang="en-US" sz="3000" dirty="0"/>
              <a:t>Future development will focus on advanced non‑ML analysis tools, personalized training plans, and </a:t>
            </a:r>
            <a:r>
              <a:rPr lang="en-US" sz="3000" b="1" dirty="0"/>
              <a:t>adaptive difficulty </a:t>
            </a:r>
            <a:r>
              <a:rPr lang="en-US" sz="3000" dirty="0"/>
              <a:t>to further enhance learning outcomes. Balancing real‑time responsiveness with complex AI computation remains central to the platform’s evolution.</a:t>
            </a:r>
          </a:p>
          <a:p>
            <a:pPr>
              <a:buNone/>
            </a:pPr>
            <a:endParaRPr lang="en-US" sz="3000" dirty="0"/>
          </a:p>
          <a:p>
            <a:pPr>
              <a:buNone/>
            </a:pPr>
            <a:r>
              <a:rPr lang="en-US" sz="3000" dirty="0"/>
              <a:t>With millions of players worldwide seeking structured improvement tools, GOTCG is positioned to serve a significant and growing audience. This highlights its potential not only as an academic project but as a scalable, real‑world learning platform.</a:t>
            </a:r>
          </a:p>
        </p:txBody>
      </p:sp>
      <p:sp>
        <p:nvSpPr>
          <p:cNvPr id="5185" name="Text Box 565">
            <a:extLst>
              <a:ext uri="{FF2B5EF4-FFF2-40B4-BE49-F238E27FC236}">
                <a16:creationId xmlns:a16="http://schemas.microsoft.com/office/drawing/2014/main" id="{350A28C5-3477-EE32-4731-F6D705B908B8}"/>
              </a:ext>
            </a:extLst>
          </p:cNvPr>
          <p:cNvSpPr txBox="1">
            <a:spLocks noChangeArrowheads="1"/>
          </p:cNvSpPr>
          <p:nvPr/>
        </p:nvSpPr>
        <p:spPr bwMode="auto">
          <a:xfrm>
            <a:off x="20332704" y="34715371"/>
            <a:ext cx="5672879" cy="7035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buNone/>
            </a:pPr>
            <a:r>
              <a:rPr lang="en-GB" sz="3000" b="1" dirty="0"/>
              <a:t>Supervisor:</a:t>
            </a:r>
            <a:r>
              <a:rPr lang="en-GB" sz="3000" dirty="0"/>
              <a:t> Kevin O’Brien, </a:t>
            </a:r>
            <a:r>
              <a:rPr lang="en-US" sz="3000" dirty="0"/>
              <a:t>for guidance, support and expertise throughout the project.</a:t>
            </a:r>
          </a:p>
          <a:p>
            <a:pPr>
              <a:buNone/>
            </a:pPr>
            <a:endParaRPr lang="en-US" sz="3000" dirty="0"/>
          </a:p>
          <a:p>
            <a:pPr>
              <a:buNone/>
            </a:pPr>
            <a:r>
              <a:rPr lang="en-US" sz="3000" b="1" dirty="0"/>
              <a:t>Material UI:</a:t>
            </a:r>
            <a:r>
              <a:rPr lang="en-US" sz="3000" dirty="0"/>
              <a:t> For UI components and design consistency.</a:t>
            </a:r>
          </a:p>
          <a:p>
            <a:pPr eaLnBrk="1" hangingPunct="1">
              <a:spcBef>
                <a:spcPct val="0"/>
              </a:spcBef>
              <a:buNone/>
            </a:pPr>
            <a:endParaRPr lang="en-US" sz="3000" dirty="0"/>
          </a:p>
          <a:p>
            <a:pPr>
              <a:buNone/>
            </a:pPr>
            <a:r>
              <a:rPr lang="en-US" sz="3000" b="1" dirty="0"/>
              <a:t>Chess.com:</a:t>
            </a:r>
            <a:r>
              <a:rPr lang="en-US" sz="3000" dirty="0"/>
              <a:t> Used as a platform for playing chess and benchmarking player ratings.</a:t>
            </a:r>
          </a:p>
        </p:txBody>
      </p:sp>
      <p:pic>
        <p:nvPicPr>
          <p:cNvPr id="22" name="Picture 21">
            <a:extLst>
              <a:ext uri="{FF2B5EF4-FFF2-40B4-BE49-F238E27FC236}">
                <a16:creationId xmlns:a16="http://schemas.microsoft.com/office/drawing/2014/main" id="{3B88BD84-E25C-C263-1921-E33B7BC76AC9}"/>
              </a:ext>
            </a:extLst>
          </p:cNvPr>
          <p:cNvPicPr>
            <a:picLocks noChangeAspect="1"/>
          </p:cNvPicPr>
          <p:nvPr/>
        </p:nvPicPr>
        <p:blipFill>
          <a:blip r:embed="rId3"/>
          <a:stretch>
            <a:fillRect/>
          </a:stretch>
        </p:blipFill>
        <p:spPr>
          <a:xfrm>
            <a:off x="995531" y="27285634"/>
            <a:ext cx="8661400" cy="13279451"/>
          </a:xfrm>
          <a:prstGeom prst="rect">
            <a:avLst/>
          </a:prstGeom>
          <a:ln>
            <a:solidFill>
              <a:schemeClr val="tx1"/>
            </a:solidFill>
          </a:ln>
        </p:spPr>
      </p:pic>
      <p:pic>
        <p:nvPicPr>
          <p:cNvPr id="5" name="Picture 4">
            <a:extLst>
              <a:ext uri="{FF2B5EF4-FFF2-40B4-BE49-F238E27FC236}">
                <a16:creationId xmlns:a16="http://schemas.microsoft.com/office/drawing/2014/main" id="{EF818B3D-523A-BCA7-14F9-039309BB8A45}"/>
              </a:ext>
            </a:extLst>
          </p:cNvPr>
          <p:cNvPicPr>
            <a:picLocks noChangeAspect="1"/>
          </p:cNvPicPr>
          <p:nvPr/>
        </p:nvPicPr>
        <p:blipFill>
          <a:blip r:embed="rId4"/>
          <a:stretch>
            <a:fillRect/>
          </a:stretch>
        </p:blipFill>
        <p:spPr>
          <a:xfrm>
            <a:off x="26142019" y="35681055"/>
            <a:ext cx="3185877" cy="3076019"/>
          </a:xfrm>
          <a:prstGeom prst="rect">
            <a:avLst/>
          </a:prstGeom>
        </p:spPr>
      </p:pic>
      <p:sp>
        <p:nvSpPr>
          <p:cNvPr id="2" name="TextBox 1">
            <a:extLst>
              <a:ext uri="{FF2B5EF4-FFF2-40B4-BE49-F238E27FC236}">
                <a16:creationId xmlns:a16="http://schemas.microsoft.com/office/drawing/2014/main" id="{022DEBE8-509F-2268-79CF-BCE74AF3C67E}"/>
              </a:ext>
            </a:extLst>
          </p:cNvPr>
          <p:cNvSpPr txBox="1"/>
          <p:nvPr/>
        </p:nvSpPr>
        <p:spPr>
          <a:xfrm>
            <a:off x="20567512" y="6636548"/>
            <a:ext cx="8776540" cy="6555641"/>
          </a:xfrm>
          <a:prstGeom prst="rect">
            <a:avLst/>
          </a:prstGeom>
          <a:noFill/>
        </p:spPr>
        <p:txBody>
          <a:bodyPr wrap="square" rtlCol="0">
            <a:spAutoFit/>
          </a:bodyPr>
          <a:lstStyle/>
          <a:p>
            <a:r>
              <a:rPr lang="en-US" sz="2800" dirty="0"/>
              <a:t>Testing involved simulated matches across multiple skill levels to validate the stability of the multiplayer system and the reliability of the chess‑engine API. Results show that the API provides strong, </a:t>
            </a:r>
            <a:r>
              <a:rPr lang="en-US" sz="2800" b="1" dirty="0"/>
              <a:t>high‑quality </a:t>
            </a:r>
            <a:r>
              <a:rPr lang="en-US" sz="2800" dirty="0"/>
              <a:t>move recommendations, while the multiplayer engine maintains smooth, low‑latency interactions.</a:t>
            </a:r>
          </a:p>
          <a:p>
            <a:endParaRPr lang="en-US" sz="2800" dirty="0"/>
          </a:p>
          <a:p>
            <a:r>
              <a:rPr lang="en-US" sz="2800" dirty="0"/>
              <a:t>User feedback highlighted the platform’s intuitive interface and effective </a:t>
            </a:r>
            <a:r>
              <a:rPr lang="en-US" sz="2800" b="1" dirty="0"/>
              <a:t>learning support</a:t>
            </a:r>
            <a:r>
              <a:rPr lang="en-US" sz="2800" dirty="0"/>
              <a:t>. Suggestions for future improvements included deeper, more personalized feedback and expanded training features.</a:t>
            </a:r>
          </a:p>
          <a:p>
            <a:endParaRPr lang="en-US" sz="2800" dirty="0"/>
          </a:p>
          <a:p>
            <a:r>
              <a:rPr lang="en-US" sz="2800" dirty="0"/>
              <a:t>Overall, the evaluation demonstrates that GOTCG successfully combines API‑powered </a:t>
            </a:r>
            <a:r>
              <a:rPr lang="en-US" sz="2800" b="1" dirty="0"/>
              <a:t>guidance</a:t>
            </a:r>
            <a:r>
              <a:rPr lang="en-US" sz="2800" dirty="0"/>
              <a:t> with engaging multiplayer gameplay, while identifying clear opportunities for continued enhancement.</a:t>
            </a:r>
          </a:p>
        </p:txBody>
      </p:sp>
      <p:sp>
        <p:nvSpPr>
          <p:cNvPr id="7" name="TextBox 6">
            <a:extLst>
              <a:ext uri="{FF2B5EF4-FFF2-40B4-BE49-F238E27FC236}">
                <a16:creationId xmlns:a16="http://schemas.microsoft.com/office/drawing/2014/main" id="{C9F2D86B-82FE-2107-73D2-9E5F7D56D387}"/>
              </a:ext>
            </a:extLst>
          </p:cNvPr>
          <p:cNvSpPr txBox="1"/>
          <p:nvPr/>
        </p:nvSpPr>
        <p:spPr>
          <a:xfrm>
            <a:off x="26307866" y="39350470"/>
            <a:ext cx="3020030" cy="1015663"/>
          </a:xfrm>
          <a:prstGeom prst="rect">
            <a:avLst/>
          </a:prstGeom>
          <a:noFill/>
        </p:spPr>
        <p:txBody>
          <a:bodyPr wrap="square" rtlCol="0">
            <a:spAutoFit/>
          </a:bodyPr>
          <a:lstStyle/>
          <a:p>
            <a:r>
              <a:rPr lang="en-US" sz="3000" dirty="0"/>
              <a:t>Scan to Access the Live Application</a:t>
            </a:r>
            <a:endParaRPr lang="en-GB" sz="3000" dirty="0"/>
          </a:p>
        </p:txBody>
      </p:sp>
      <p:sp>
        <p:nvSpPr>
          <p:cNvPr id="11" name="TextBox 10">
            <a:extLst>
              <a:ext uri="{FF2B5EF4-FFF2-40B4-BE49-F238E27FC236}">
                <a16:creationId xmlns:a16="http://schemas.microsoft.com/office/drawing/2014/main" id="{551F99D5-68BF-1849-D845-D6A769C838E3}"/>
              </a:ext>
            </a:extLst>
          </p:cNvPr>
          <p:cNvSpPr txBox="1"/>
          <p:nvPr/>
        </p:nvSpPr>
        <p:spPr>
          <a:xfrm>
            <a:off x="1048719" y="16421121"/>
            <a:ext cx="8467951" cy="10864513"/>
          </a:xfrm>
          <a:prstGeom prst="rect">
            <a:avLst/>
          </a:prstGeom>
          <a:noFill/>
        </p:spPr>
        <p:txBody>
          <a:bodyPr wrap="square" rtlCol="0">
            <a:spAutoFit/>
          </a:bodyPr>
          <a:lstStyle/>
          <a:p>
            <a:r>
              <a:rPr lang="en-US" sz="3200" dirty="0">
                <a:latin typeface="+mn-lt"/>
              </a:rPr>
              <a:t>The architecture of Guardians of the Chess Grandmaster (GOTCG) supports a scalable, responsive, and real‑time multiplayer learning environment. It consists of five core components:</a:t>
            </a:r>
          </a:p>
          <a:p>
            <a:endParaRPr lang="en-US" sz="3200" dirty="0">
              <a:latin typeface="+mn-lt"/>
            </a:endParaRPr>
          </a:p>
          <a:p>
            <a:pPr marL="457200" indent="-457200">
              <a:buFont typeface="Arial" panose="020B0604020202020204" pitchFamily="34" charset="0"/>
              <a:buChar char="•"/>
            </a:pPr>
            <a:r>
              <a:rPr lang="en-US" sz="3200" b="1" dirty="0">
                <a:latin typeface="+mn-lt"/>
              </a:rPr>
              <a:t>Frontend:</a:t>
            </a:r>
            <a:r>
              <a:rPr lang="en-US" sz="3200" dirty="0">
                <a:latin typeface="+mn-lt"/>
              </a:rPr>
              <a:t> React + TypeScript PWA providing tutorials, gameplay, and progress tracking.</a:t>
            </a:r>
          </a:p>
          <a:p>
            <a:pPr marL="457200" indent="-457200">
              <a:buFont typeface="Arial" panose="020B0604020202020204" pitchFamily="34" charset="0"/>
              <a:buChar char="•"/>
            </a:pPr>
            <a:r>
              <a:rPr lang="en-US" sz="3200" b="1" dirty="0">
                <a:latin typeface="+mn-lt"/>
              </a:rPr>
              <a:t>Backend:</a:t>
            </a:r>
            <a:r>
              <a:rPr lang="en-US" sz="3200" dirty="0">
                <a:latin typeface="+mn-lt"/>
              </a:rPr>
              <a:t> Node.js server managing game logic, authentication, and real‑time events via Socket.IO.</a:t>
            </a:r>
          </a:p>
          <a:p>
            <a:pPr marL="457200" indent="-457200">
              <a:buFont typeface="Arial" panose="020B0604020202020204" pitchFamily="34" charset="0"/>
              <a:buChar char="•"/>
            </a:pPr>
            <a:r>
              <a:rPr lang="en-US" sz="3200" b="1" dirty="0">
                <a:latin typeface="+mn-lt"/>
              </a:rPr>
              <a:t>Databases:</a:t>
            </a:r>
            <a:r>
              <a:rPr lang="en-US" sz="3200" dirty="0">
                <a:latin typeface="+mn-lt"/>
              </a:rPr>
              <a:t> Firebase Authentication for secure sign‑in; </a:t>
            </a:r>
            <a:r>
              <a:rPr lang="en-US" sz="3200" dirty="0" err="1">
                <a:latin typeface="+mn-lt"/>
              </a:rPr>
              <a:t>Firestore</a:t>
            </a:r>
            <a:r>
              <a:rPr lang="en-US" sz="3200" dirty="0">
                <a:latin typeface="+mn-lt"/>
              </a:rPr>
              <a:t> for user progress; MongoDB Atlas for game states, match history, and analytics.</a:t>
            </a:r>
          </a:p>
          <a:p>
            <a:pPr marL="457200" indent="-457200">
              <a:buFont typeface="Arial" panose="020B0604020202020204" pitchFamily="34" charset="0"/>
              <a:buChar char="•"/>
            </a:pPr>
            <a:r>
              <a:rPr lang="en-US" sz="3200" b="1" dirty="0">
                <a:latin typeface="+mn-lt"/>
              </a:rPr>
              <a:t>Real‑Time Engine:</a:t>
            </a:r>
            <a:r>
              <a:rPr lang="en-US" sz="3200" dirty="0">
                <a:latin typeface="+mn-lt"/>
              </a:rPr>
              <a:t> Socket.IO ensures low‑latency, synchronized multiplayer gameplay.</a:t>
            </a:r>
          </a:p>
          <a:p>
            <a:pPr marL="457200" indent="-457200">
              <a:buFont typeface="Arial" panose="020B0604020202020204" pitchFamily="34" charset="0"/>
              <a:buChar char="•"/>
            </a:pPr>
            <a:r>
              <a:rPr lang="en-US" sz="3200" b="1" dirty="0">
                <a:latin typeface="+mn-lt"/>
              </a:rPr>
              <a:t>Deployment:</a:t>
            </a:r>
            <a:r>
              <a:rPr lang="en-US" sz="3200" dirty="0">
                <a:latin typeface="+mn-lt"/>
              </a:rPr>
              <a:t> </a:t>
            </a:r>
            <a:r>
              <a:rPr lang="en-US" sz="3200" dirty="0" err="1">
                <a:latin typeface="+mn-lt"/>
              </a:rPr>
              <a:t>Vercel</a:t>
            </a:r>
            <a:r>
              <a:rPr lang="en-US" sz="3200" dirty="0">
                <a:latin typeface="+mn-lt"/>
              </a:rPr>
              <a:t>, Railway, and MongoDB Atlas deliver scalable hosting and reliable cloud infrastructure.</a:t>
            </a:r>
          </a:p>
          <a:p>
            <a:pPr marL="457200" indent="-457200">
              <a:buFont typeface="Arial" panose="020B0604020202020204" pitchFamily="34" charset="0"/>
              <a:buChar char="•"/>
            </a:pPr>
            <a:endParaRPr lang="en-US" sz="3200" dirty="0">
              <a:latin typeface="+mn-lt"/>
            </a:endParaRPr>
          </a:p>
          <a:p>
            <a:r>
              <a:rPr lang="en-US" sz="3200" dirty="0">
                <a:latin typeface="+mn-lt"/>
              </a:rPr>
              <a:t>This modular design enables smooth gameplay, fast updates, and efficient data management across the platform.</a:t>
            </a:r>
          </a:p>
          <a:p>
            <a:endParaRPr lang="en-GB" sz="2800" dirty="0">
              <a:latin typeface="+mn-lt"/>
            </a:endParaRPr>
          </a:p>
        </p:txBody>
      </p:sp>
      <p:sp>
        <p:nvSpPr>
          <p:cNvPr id="12" name="TextBox 11">
            <a:extLst>
              <a:ext uri="{FF2B5EF4-FFF2-40B4-BE49-F238E27FC236}">
                <a16:creationId xmlns:a16="http://schemas.microsoft.com/office/drawing/2014/main" id="{9927A152-8B08-704E-83C0-3A8045A0DF28}"/>
              </a:ext>
            </a:extLst>
          </p:cNvPr>
          <p:cNvSpPr txBox="1"/>
          <p:nvPr/>
        </p:nvSpPr>
        <p:spPr>
          <a:xfrm>
            <a:off x="947317" y="40718973"/>
            <a:ext cx="5142198" cy="461665"/>
          </a:xfrm>
          <a:prstGeom prst="rect">
            <a:avLst/>
          </a:prstGeom>
          <a:noFill/>
        </p:spPr>
        <p:txBody>
          <a:bodyPr wrap="square" rtlCol="0">
            <a:spAutoFit/>
          </a:bodyPr>
          <a:lstStyle/>
          <a:p>
            <a:r>
              <a:rPr lang="en-IE" dirty="0">
                <a:solidFill>
                  <a:schemeClr val="accent4"/>
                </a:solidFill>
              </a:rPr>
              <a:t>Figure 1 : My System Architecture</a:t>
            </a:r>
            <a:endParaRPr lang="en-GB" dirty="0">
              <a:solidFill>
                <a:schemeClr val="accent4"/>
              </a:solidFill>
            </a:endParaRPr>
          </a:p>
        </p:txBody>
      </p:sp>
      <p:sp>
        <p:nvSpPr>
          <p:cNvPr id="13" name="TextBox 12">
            <a:extLst>
              <a:ext uri="{FF2B5EF4-FFF2-40B4-BE49-F238E27FC236}">
                <a16:creationId xmlns:a16="http://schemas.microsoft.com/office/drawing/2014/main" id="{A99BAAF7-9C81-00BA-EAF2-1336FD00A5ED}"/>
              </a:ext>
            </a:extLst>
          </p:cNvPr>
          <p:cNvSpPr txBox="1"/>
          <p:nvPr/>
        </p:nvSpPr>
        <p:spPr>
          <a:xfrm>
            <a:off x="8451193" y="2588575"/>
            <a:ext cx="12100163" cy="2077492"/>
          </a:xfrm>
          <a:prstGeom prst="rect">
            <a:avLst/>
          </a:prstGeom>
          <a:noFill/>
        </p:spPr>
        <p:txBody>
          <a:bodyPr wrap="square" rtlCol="0">
            <a:spAutoFit/>
          </a:bodyPr>
          <a:lstStyle/>
          <a:p>
            <a:pPr lvl="2" algn="ctr"/>
            <a:r>
              <a:rPr lang="en-GB" sz="4300" b="1" dirty="0">
                <a:solidFill>
                  <a:schemeClr val="bg1"/>
                </a:solidFill>
              </a:rPr>
              <a:t>|</a:t>
            </a:r>
            <a:r>
              <a:rPr lang="en-GB" sz="4300" dirty="0">
                <a:solidFill>
                  <a:schemeClr val="bg1"/>
                </a:solidFill>
              </a:rPr>
              <a:t> </a:t>
            </a:r>
            <a:r>
              <a:rPr lang="en-GB" sz="4300" b="1" dirty="0">
                <a:solidFill>
                  <a:schemeClr val="bg1"/>
                </a:solidFill>
              </a:rPr>
              <a:t>Tomás Pettit – G00419414 |</a:t>
            </a:r>
            <a:endParaRPr lang="en-GB" sz="4300" dirty="0">
              <a:solidFill>
                <a:schemeClr val="bg1"/>
              </a:solidFill>
            </a:endParaRPr>
          </a:p>
          <a:p>
            <a:pPr lvl="2" algn="ctr"/>
            <a:r>
              <a:rPr lang="en-US" sz="4300" b="1" dirty="0">
                <a:solidFill>
                  <a:schemeClr val="bg1"/>
                </a:solidFill>
              </a:rPr>
              <a:t>| BSc Software Development - ATU Galway | </a:t>
            </a:r>
          </a:p>
          <a:p>
            <a:pPr lvl="2" algn="ctr"/>
            <a:r>
              <a:rPr lang="en-IE" sz="4300" b="1" dirty="0">
                <a:solidFill>
                  <a:schemeClr val="bg1"/>
                </a:solidFill>
              </a:rPr>
              <a:t>| </a:t>
            </a:r>
            <a:r>
              <a:rPr lang="en-US" sz="4300" dirty="0">
                <a:hlinkClick r:id="rId5"/>
              </a:rPr>
              <a:t>https://github.com/tomaspettit2506/final-year-project</a:t>
            </a:r>
            <a:r>
              <a:rPr lang="en-US" sz="4300" dirty="0"/>
              <a:t> </a:t>
            </a:r>
            <a:r>
              <a:rPr lang="en-IE" sz="4300" b="1" dirty="0">
                <a:solidFill>
                  <a:schemeClr val="bg1"/>
                </a:solidFill>
              </a:rPr>
              <a:t>|</a:t>
            </a:r>
            <a:endParaRPr lang="en-US" altLang="fr-FR" sz="4300" b="1" dirty="0">
              <a:solidFill>
                <a:schemeClr val="bg1"/>
              </a:solidFill>
            </a:endParaRPr>
          </a:p>
        </p:txBody>
      </p:sp>
      <p:sp>
        <p:nvSpPr>
          <p:cNvPr id="14" name="Text Box 495">
            <a:extLst>
              <a:ext uri="{FF2B5EF4-FFF2-40B4-BE49-F238E27FC236}">
                <a16:creationId xmlns:a16="http://schemas.microsoft.com/office/drawing/2014/main" id="{A7C1F2DC-BD82-658A-BB52-F31573B4582E}"/>
              </a:ext>
            </a:extLst>
          </p:cNvPr>
          <p:cNvSpPr txBox="1">
            <a:spLocks noChangeArrowheads="1"/>
          </p:cNvSpPr>
          <p:nvPr/>
        </p:nvSpPr>
        <p:spPr bwMode="auto">
          <a:xfrm>
            <a:off x="10476248" y="6248400"/>
            <a:ext cx="9320212"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Dashboard</a:t>
            </a:r>
          </a:p>
        </p:txBody>
      </p:sp>
      <p:sp>
        <p:nvSpPr>
          <p:cNvPr id="15" name="TextBox 14">
            <a:extLst>
              <a:ext uri="{FF2B5EF4-FFF2-40B4-BE49-F238E27FC236}">
                <a16:creationId xmlns:a16="http://schemas.microsoft.com/office/drawing/2014/main" id="{F7A45837-382E-DFFE-A469-B6FBFE954119}"/>
              </a:ext>
            </a:extLst>
          </p:cNvPr>
          <p:cNvSpPr txBox="1"/>
          <p:nvPr/>
        </p:nvSpPr>
        <p:spPr>
          <a:xfrm>
            <a:off x="10866730" y="6978848"/>
            <a:ext cx="8808244" cy="2246769"/>
          </a:xfrm>
          <a:prstGeom prst="rect">
            <a:avLst/>
          </a:prstGeom>
          <a:noFill/>
        </p:spPr>
        <p:txBody>
          <a:bodyPr wrap="square" rtlCol="0">
            <a:spAutoFit/>
          </a:bodyPr>
          <a:lstStyle/>
          <a:p>
            <a:r>
              <a:rPr lang="en-US" sz="2800" dirty="0"/>
              <a:t>The dashboard serves as the </a:t>
            </a:r>
            <a:r>
              <a:rPr lang="en-US" sz="2800" b="1" dirty="0"/>
              <a:t>central hub </a:t>
            </a:r>
            <a:r>
              <a:rPr lang="en-US" sz="2800" dirty="0"/>
              <a:t>for users to access their learning progress, upcoming challenges, and personalized recommendations. It features an </a:t>
            </a:r>
            <a:r>
              <a:rPr lang="en-US" sz="2800" b="1" dirty="0"/>
              <a:t>intuitive</a:t>
            </a:r>
            <a:r>
              <a:rPr lang="en-US" sz="2800" dirty="0"/>
              <a:t> interface displaying real-time game statistics, recent match history, and tutorial completion status.</a:t>
            </a:r>
          </a:p>
        </p:txBody>
      </p:sp>
      <p:pic>
        <p:nvPicPr>
          <p:cNvPr id="19" name="Picture 18">
            <a:extLst>
              <a:ext uri="{FF2B5EF4-FFF2-40B4-BE49-F238E27FC236}">
                <a16:creationId xmlns:a16="http://schemas.microsoft.com/office/drawing/2014/main" id="{8F0D4656-1286-A173-E895-0DF13A32410B}"/>
              </a:ext>
            </a:extLst>
          </p:cNvPr>
          <p:cNvPicPr>
            <a:picLocks noChangeAspect="1"/>
          </p:cNvPicPr>
          <p:nvPr/>
        </p:nvPicPr>
        <p:blipFill>
          <a:blip r:embed="rId6"/>
          <a:stretch>
            <a:fillRect/>
          </a:stretch>
        </p:blipFill>
        <p:spPr>
          <a:xfrm>
            <a:off x="10751199" y="9325826"/>
            <a:ext cx="8677618" cy="3848569"/>
          </a:xfrm>
          <a:prstGeom prst="rect">
            <a:avLst/>
          </a:prstGeom>
        </p:spPr>
      </p:pic>
      <p:sp>
        <p:nvSpPr>
          <p:cNvPr id="23" name="TextBox 22">
            <a:extLst>
              <a:ext uri="{FF2B5EF4-FFF2-40B4-BE49-F238E27FC236}">
                <a16:creationId xmlns:a16="http://schemas.microsoft.com/office/drawing/2014/main" id="{73374553-C3A1-3426-8784-EA7FA8C257DD}"/>
              </a:ext>
            </a:extLst>
          </p:cNvPr>
          <p:cNvSpPr txBox="1"/>
          <p:nvPr/>
        </p:nvSpPr>
        <p:spPr>
          <a:xfrm>
            <a:off x="10751199" y="13383957"/>
            <a:ext cx="5591269" cy="461665"/>
          </a:xfrm>
          <a:prstGeom prst="rect">
            <a:avLst/>
          </a:prstGeom>
          <a:noFill/>
        </p:spPr>
        <p:txBody>
          <a:bodyPr wrap="square" rtlCol="0">
            <a:spAutoFit/>
          </a:bodyPr>
          <a:lstStyle/>
          <a:p>
            <a:r>
              <a:rPr lang="en-IE" dirty="0">
                <a:solidFill>
                  <a:schemeClr val="accent4"/>
                </a:solidFill>
              </a:rPr>
              <a:t>Figure 2: Home page with a list of game recent</a:t>
            </a:r>
            <a:endParaRPr lang="en-GB" dirty="0">
              <a:solidFill>
                <a:schemeClr val="accent4"/>
              </a:solidFill>
            </a:endParaRPr>
          </a:p>
        </p:txBody>
      </p:sp>
      <p:sp>
        <p:nvSpPr>
          <p:cNvPr id="24" name="TextBox 23">
            <a:extLst>
              <a:ext uri="{FF2B5EF4-FFF2-40B4-BE49-F238E27FC236}">
                <a16:creationId xmlns:a16="http://schemas.microsoft.com/office/drawing/2014/main" id="{4F6846AF-F269-ED4B-5740-F06A851BCD7D}"/>
              </a:ext>
            </a:extLst>
          </p:cNvPr>
          <p:cNvSpPr txBox="1"/>
          <p:nvPr/>
        </p:nvSpPr>
        <p:spPr>
          <a:xfrm>
            <a:off x="10685886" y="13897187"/>
            <a:ext cx="8808244" cy="1815882"/>
          </a:xfrm>
          <a:prstGeom prst="rect">
            <a:avLst/>
          </a:prstGeom>
          <a:noFill/>
        </p:spPr>
        <p:txBody>
          <a:bodyPr wrap="square" rtlCol="0">
            <a:spAutoFit/>
          </a:bodyPr>
          <a:lstStyle/>
          <a:p>
            <a:r>
              <a:rPr lang="en-US" sz="2800" dirty="0"/>
              <a:t>The figures show an overview of all information coming through from MongoDB. Every time a user plays a Multiplayer game, their rating is updated and the game data is added to the database, reflecting </a:t>
            </a:r>
            <a:r>
              <a:rPr lang="en-US" sz="2800" b="1" dirty="0"/>
              <a:t>real-time</a:t>
            </a:r>
            <a:r>
              <a:rPr lang="en-US" sz="2800" dirty="0"/>
              <a:t> progress and </a:t>
            </a:r>
            <a:r>
              <a:rPr lang="en-US" sz="2800" b="1" dirty="0"/>
              <a:t>performance</a:t>
            </a:r>
            <a:r>
              <a:rPr lang="en-US" sz="2800" dirty="0"/>
              <a:t> tracking.</a:t>
            </a:r>
          </a:p>
        </p:txBody>
      </p:sp>
      <p:sp>
        <p:nvSpPr>
          <p:cNvPr id="25" name="TextBox 24">
            <a:extLst>
              <a:ext uri="{FF2B5EF4-FFF2-40B4-BE49-F238E27FC236}">
                <a16:creationId xmlns:a16="http://schemas.microsoft.com/office/drawing/2014/main" id="{BF3403CF-3438-695B-9820-7BEBAE15660E}"/>
              </a:ext>
            </a:extLst>
          </p:cNvPr>
          <p:cNvSpPr txBox="1"/>
          <p:nvPr/>
        </p:nvSpPr>
        <p:spPr>
          <a:xfrm>
            <a:off x="10573896" y="17077563"/>
            <a:ext cx="9101077" cy="5262979"/>
          </a:xfrm>
          <a:prstGeom prst="rect">
            <a:avLst/>
          </a:prstGeom>
          <a:noFill/>
        </p:spPr>
        <p:txBody>
          <a:bodyPr wrap="square" rtlCol="0">
            <a:spAutoFit/>
          </a:bodyPr>
          <a:lstStyle/>
          <a:p>
            <a:r>
              <a:rPr lang="en-US" sz="2800" dirty="0"/>
              <a:t>The AI vs Multiplayer section highlights the platform's </a:t>
            </a:r>
            <a:r>
              <a:rPr lang="en-US" sz="2800" b="1" dirty="0"/>
              <a:t>dual</a:t>
            </a:r>
            <a:r>
              <a:rPr lang="en-US" sz="2800" dirty="0"/>
              <a:t> gameplay modes, where users can challenge an AI opponent or compete against other players in real-time multiplayer matches. The AI mode uses a </a:t>
            </a:r>
            <a:r>
              <a:rPr lang="en-US" sz="2800" b="1" dirty="0"/>
              <a:t>sophisticated</a:t>
            </a:r>
            <a:r>
              <a:rPr lang="en-US" sz="2800" dirty="0"/>
              <a:t> chess engine to provide </a:t>
            </a:r>
            <a:r>
              <a:rPr lang="en-US" sz="2800" b="1" dirty="0"/>
              <a:t>strategic</a:t>
            </a:r>
            <a:r>
              <a:rPr lang="en-US" sz="2800" dirty="0"/>
              <a:t> feedback and move suggestions, helping players improve their skills through guided practice. Meanwhile, the multiplayer mode updates player ratings and game data in the database in real time, reflecting real-time progress and </a:t>
            </a:r>
            <a:r>
              <a:rPr lang="en-US" sz="2800" b="1" dirty="0"/>
              <a:t>competitive</a:t>
            </a:r>
            <a:r>
              <a:rPr lang="en-US" sz="2800" dirty="0"/>
              <a:t> performance.</a:t>
            </a:r>
          </a:p>
          <a:p>
            <a:endParaRPr lang="en-US" sz="2800" dirty="0"/>
          </a:p>
          <a:p>
            <a:r>
              <a:rPr lang="en-US" sz="2800" dirty="0"/>
              <a:t>This dual approach balances personalized AI-driven learning with the excitement and </a:t>
            </a:r>
            <a:r>
              <a:rPr lang="en-US" sz="2800" b="1" dirty="0"/>
              <a:t>unpredictability</a:t>
            </a:r>
            <a:r>
              <a:rPr lang="en-US" sz="2800" dirty="0"/>
              <a:t> of human competition, </a:t>
            </a:r>
            <a:r>
              <a:rPr lang="en-US" sz="2800" b="1" dirty="0"/>
              <a:t>fostering</a:t>
            </a:r>
            <a:r>
              <a:rPr lang="en-US" sz="2800" dirty="0"/>
              <a:t> a comprehensive chess improvement experience.</a:t>
            </a:r>
          </a:p>
        </p:txBody>
      </p:sp>
      <p:pic>
        <p:nvPicPr>
          <p:cNvPr id="30" name="Picture 29">
            <a:extLst>
              <a:ext uri="{FF2B5EF4-FFF2-40B4-BE49-F238E27FC236}">
                <a16:creationId xmlns:a16="http://schemas.microsoft.com/office/drawing/2014/main" id="{424783C2-AA8B-7FED-8345-109BE6613A8C}"/>
              </a:ext>
            </a:extLst>
          </p:cNvPr>
          <p:cNvPicPr>
            <a:picLocks noChangeAspect="1"/>
          </p:cNvPicPr>
          <p:nvPr/>
        </p:nvPicPr>
        <p:blipFill>
          <a:blip r:embed="rId7"/>
          <a:stretch>
            <a:fillRect/>
          </a:stretch>
        </p:blipFill>
        <p:spPr>
          <a:xfrm>
            <a:off x="10989800" y="22528446"/>
            <a:ext cx="2945548" cy="5417942"/>
          </a:xfrm>
          <a:prstGeom prst="rect">
            <a:avLst/>
          </a:prstGeom>
        </p:spPr>
      </p:pic>
      <p:pic>
        <p:nvPicPr>
          <p:cNvPr id="32" name="Picture 31">
            <a:extLst>
              <a:ext uri="{FF2B5EF4-FFF2-40B4-BE49-F238E27FC236}">
                <a16:creationId xmlns:a16="http://schemas.microsoft.com/office/drawing/2014/main" id="{40A5B542-9C14-4E2E-B38F-7126F4F264B2}"/>
              </a:ext>
            </a:extLst>
          </p:cNvPr>
          <p:cNvPicPr>
            <a:picLocks noChangeAspect="1"/>
          </p:cNvPicPr>
          <p:nvPr/>
        </p:nvPicPr>
        <p:blipFill>
          <a:blip r:embed="rId8"/>
          <a:stretch>
            <a:fillRect/>
          </a:stretch>
        </p:blipFill>
        <p:spPr>
          <a:xfrm>
            <a:off x="14806488" y="22528446"/>
            <a:ext cx="4470198" cy="5379190"/>
          </a:xfrm>
          <a:prstGeom prst="rect">
            <a:avLst/>
          </a:prstGeom>
        </p:spPr>
      </p:pic>
      <p:sp>
        <p:nvSpPr>
          <p:cNvPr id="35" name="TextBox 34">
            <a:extLst>
              <a:ext uri="{FF2B5EF4-FFF2-40B4-BE49-F238E27FC236}">
                <a16:creationId xmlns:a16="http://schemas.microsoft.com/office/drawing/2014/main" id="{B025D334-04CF-D450-26F8-195F6E1CCE48}"/>
              </a:ext>
            </a:extLst>
          </p:cNvPr>
          <p:cNvSpPr txBox="1"/>
          <p:nvPr/>
        </p:nvSpPr>
        <p:spPr>
          <a:xfrm>
            <a:off x="10989800" y="28187975"/>
            <a:ext cx="3251494" cy="461665"/>
          </a:xfrm>
          <a:prstGeom prst="rect">
            <a:avLst/>
          </a:prstGeom>
          <a:noFill/>
        </p:spPr>
        <p:txBody>
          <a:bodyPr wrap="square" rtlCol="0">
            <a:spAutoFit/>
          </a:bodyPr>
          <a:lstStyle/>
          <a:p>
            <a:r>
              <a:rPr lang="en-IE" dirty="0">
                <a:solidFill>
                  <a:schemeClr val="accent4"/>
                </a:solidFill>
              </a:rPr>
              <a:t>Figure 3: AI Difficulty Level</a:t>
            </a:r>
            <a:endParaRPr lang="en-GB" dirty="0">
              <a:solidFill>
                <a:schemeClr val="accent4"/>
              </a:solidFill>
            </a:endParaRPr>
          </a:p>
        </p:txBody>
      </p:sp>
      <p:sp>
        <p:nvSpPr>
          <p:cNvPr id="36" name="TextBox 35">
            <a:extLst>
              <a:ext uri="{FF2B5EF4-FFF2-40B4-BE49-F238E27FC236}">
                <a16:creationId xmlns:a16="http://schemas.microsoft.com/office/drawing/2014/main" id="{C88513BB-ADE7-CF93-CFEA-497E5EE5914B}"/>
              </a:ext>
            </a:extLst>
          </p:cNvPr>
          <p:cNvSpPr txBox="1"/>
          <p:nvPr/>
        </p:nvSpPr>
        <p:spPr>
          <a:xfrm>
            <a:off x="14886503" y="28187975"/>
            <a:ext cx="4390183" cy="461665"/>
          </a:xfrm>
          <a:prstGeom prst="rect">
            <a:avLst/>
          </a:prstGeom>
          <a:noFill/>
        </p:spPr>
        <p:txBody>
          <a:bodyPr wrap="square" rtlCol="0">
            <a:spAutoFit/>
          </a:bodyPr>
          <a:lstStyle/>
          <a:p>
            <a:r>
              <a:rPr lang="en-IE" dirty="0">
                <a:solidFill>
                  <a:schemeClr val="accent4"/>
                </a:solidFill>
              </a:rPr>
              <a:t>Figure 4: MP Create and Join Room</a:t>
            </a:r>
            <a:endParaRPr lang="en-GB" dirty="0">
              <a:solidFill>
                <a:schemeClr val="accent4"/>
              </a:solidFill>
            </a:endParaRPr>
          </a:p>
        </p:txBody>
      </p:sp>
      <p:sp>
        <p:nvSpPr>
          <p:cNvPr id="37" name="Text Box 561">
            <a:extLst>
              <a:ext uri="{FF2B5EF4-FFF2-40B4-BE49-F238E27FC236}">
                <a16:creationId xmlns:a16="http://schemas.microsoft.com/office/drawing/2014/main" id="{D4398BF2-80DF-252D-E787-41843685B5A6}"/>
              </a:ext>
            </a:extLst>
          </p:cNvPr>
          <p:cNvSpPr txBox="1">
            <a:spLocks noChangeArrowheads="1"/>
          </p:cNvSpPr>
          <p:nvPr/>
        </p:nvSpPr>
        <p:spPr bwMode="auto">
          <a:xfrm>
            <a:off x="10476248" y="28904074"/>
            <a:ext cx="9308292" cy="630237"/>
          </a:xfrm>
          <a:prstGeom prst="rect">
            <a:avLst/>
          </a:prstGeom>
          <a:solidFill>
            <a:srgbClr val="FF791E"/>
          </a:solidFill>
          <a:ln>
            <a:noFill/>
          </a:ln>
        </p:spPr>
        <p:txBody>
          <a:bodyPr wrap="square"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Integration</a:t>
            </a:r>
          </a:p>
        </p:txBody>
      </p:sp>
      <p:sp>
        <p:nvSpPr>
          <p:cNvPr id="38" name="TextBox 37">
            <a:extLst>
              <a:ext uri="{FF2B5EF4-FFF2-40B4-BE49-F238E27FC236}">
                <a16:creationId xmlns:a16="http://schemas.microsoft.com/office/drawing/2014/main" id="{8C3E5798-94DC-EDBC-02DE-3C5383B84D4E}"/>
              </a:ext>
            </a:extLst>
          </p:cNvPr>
          <p:cNvSpPr txBox="1"/>
          <p:nvPr/>
        </p:nvSpPr>
        <p:spPr>
          <a:xfrm>
            <a:off x="10641810" y="29646078"/>
            <a:ext cx="8989087" cy="8125301"/>
          </a:xfrm>
          <a:prstGeom prst="rect">
            <a:avLst/>
          </a:prstGeom>
          <a:noFill/>
        </p:spPr>
        <p:txBody>
          <a:bodyPr wrap="square" rtlCol="0">
            <a:spAutoFit/>
          </a:bodyPr>
          <a:lstStyle/>
          <a:p>
            <a:r>
              <a:rPr lang="en-US" sz="2900" dirty="0"/>
              <a:t>Guardians of the Chess Grandmaster (GOTCG) integrates its frontend and backend components to deliver real‑time multiplayer gameplay and AI‑assisted training. The React frontend communicates with the Node.js backend through REST APIs and Socket.IO, ensuring fast updates and synchronized game states.</a:t>
            </a:r>
          </a:p>
          <a:p>
            <a:endParaRPr lang="en-US" sz="2900" dirty="0"/>
          </a:p>
          <a:p>
            <a:r>
              <a:rPr lang="en-US" sz="2900" dirty="0"/>
              <a:t>User authentication is handled through Firebase Authentication, while </a:t>
            </a:r>
            <a:r>
              <a:rPr lang="en-US" sz="2900" dirty="0" err="1"/>
              <a:t>Firestore</a:t>
            </a:r>
            <a:r>
              <a:rPr lang="en-US" sz="2900" dirty="0"/>
              <a:t> and MongoDB Atlas store user progress, match history, and gameplay analytics. The AI mode uses a </a:t>
            </a:r>
            <a:r>
              <a:rPr lang="en-US" sz="2900" b="1" dirty="0"/>
              <a:t>chess‑engine </a:t>
            </a:r>
            <a:r>
              <a:rPr lang="en-US" sz="2900" dirty="0"/>
              <a:t>API to generate move suggestions and strategic feedback. The backend processes these API responses and integrates them seamlessly into the gameplay loop, providing consistent and reliable guidance without requiring local model training.</a:t>
            </a:r>
          </a:p>
          <a:p>
            <a:endParaRPr lang="en-US" sz="2900" dirty="0"/>
          </a:p>
          <a:p>
            <a:r>
              <a:rPr lang="en-US" sz="2900" dirty="0"/>
              <a:t>Cloud deployment on Railway, </a:t>
            </a:r>
            <a:r>
              <a:rPr lang="en-US" sz="2900" dirty="0" err="1"/>
              <a:t>Vercel</a:t>
            </a:r>
            <a:r>
              <a:rPr lang="en-US" sz="2900" dirty="0"/>
              <a:t>, and MongoDB Atlas ensures scalability, </a:t>
            </a:r>
            <a:r>
              <a:rPr lang="en-US" sz="2900" b="1" dirty="0"/>
              <a:t>low latency</a:t>
            </a:r>
            <a:r>
              <a:rPr lang="en-US" sz="2900" dirty="0"/>
              <a:t>, and a smooth user experience across devices.</a:t>
            </a:r>
          </a:p>
        </p:txBody>
      </p:sp>
      <p:sp>
        <p:nvSpPr>
          <p:cNvPr id="3" name="TextBox 2">
            <a:extLst>
              <a:ext uri="{FF2B5EF4-FFF2-40B4-BE49-F238E27FC236}">
                <a16:creationId xmlns:a16="http://schemas.microsoft.com/office/drawing/2014/main" id="{A29C810C-CE11-2D01-1458-56D2ABA415A4}"/>
              </a:ext>
            </a:extLst>
          </p:cNvPr>
          <p:cNvSpPr txBox="1"/>
          <p:nvPr/>
        </p:nvSpPr>
        <p:spPr>
          <a:xfrm>
            <a:off x="10595932" y="39221735"/>
            <a:ext cx="8832885" cy="2246769"/>
          </a:xfrm>
          <a:prstGeom prst="rect">
            <a:avLst/>
          </a:prstGeom>
          <a:noFill/>
        </p:spPr>
        <p:txBody>
          <a:bodyPr wrap="square" rtlCol="0">
            <a:spAutoFit/>
          </a:bodyPr>
          <a:lstStyle/>
          <a:p>
            <a:r>
              <a:rPr lang="en-US" sz="2800" dirty="0"/>
              <a:t>The evaluation of GOTCG focused on multiplayer responsiveness, API‑driven AI performance, and overall user experience. Key metrics included </a:t>
            </a:r>
            <a:r>
              <a:rPr lang="en-US" sz="2800" b="1" dirty="0"/>
              <a:t>latency</a:t>
            </a:r>
            <a:r>
              <a:rPr lang="en-US" sz="2800" dirty="0"/>
              <a:t> during real‑time gameplay, consistency of AI move suggestions, and user feedback collected through surveys and </a:t>
            </a:r>
            <a:r>
              <a:rPr lang="en-US" sz="2800" b="1" dirty="0"/>
              <a:t>usage analytics</a:t>
            </a:r>
            <a:r>
              <a:rPr lang="en-US" sz="2800" dirty="0"/>
              <a:t>.</a:t>
            </a:r>
          </a:p>
        </p:txBody>
      </p:sp>
      <p:pic>
        <p:nvPicPr>
          <p:cNvPr id="6" name="Picture 5">
            <a:extLst>
              <a:ext uri="{FF2B5EF4-FFF2-40B4-BE49-F238E27FC236}">
                <a16:creationId xmlns:a16="http://schemas.microsoft.com/office/drawing/2014/main" id="{F1AD7D0B-8C5F-3A6B-7B8B-613EAA5CEB84}"/>
              </a:ext>
            </a:extLst>
          </p:cNvPr>
          <p:cNvPicPr>
            <a:picLocks noChangeAspect="1"/>
          </p:cNvPicPr>
          <p:nvPr/>
        </p:nvPicPr>
        <p:blipFill>
          <a:blip r:embed="rId9"/>
          <a:stretch>
            <a:fillRect/>
          </a:stretch>
        </p:blipFill>
        <p:spPr>
          <a:xfrm>
            <a:off x="20598782" y="13603508"/>
            <a:ext cx="2664244" cy="6131899"/>
          </a:xfrm>
          <a:prstGeom prst="rect">
            <a:avLst/>
          </a:prstGeom>
        </p:spPr>
      </p:pic>
      <p:sp>
        <p:nvSpPr>
          <p:cNvPr id="10" name="TextBox 9">
            <a:extLst>
              <a:ext uri="{FF2B5EF4-FFF2-40B4-BE49-F238E27FC236}">
                <a16:creationId xmlns:a16="http://schemas.microsoft.com/office/drawing/2014/main" id="{2741A364-7B9E-CB69-B778-835F1A5CC535}"/>
              </a:ext>
            </a:extLst>
          </p:cNvPr>
          <p:cNvSpPr txBox="1"/>
          <p:nvPr/>
        </p:nvSpPr>
        <p:spPr>
          <a:xfrm>
            <a:off x="20598782" y="19937167"/>
            <a:ext cx="2664244" cy="461665"/>
          </a:xfrm>
          <a:prstGeom prst="rect">
            <a:avLst/>
          </a:prstGeom>
          <a:noFill/>
        </p:spPr>
        <p:txBody>
          <a:bodyPr wrap="square" rtlCol="0">
            <a:spAutoFit/>
          </a:bodyPr>
          <a:lstStyle/>
          <a:p>
            <a:r>
              <a:rPr lang="en-IE" dirty="0">
                <a:solidFill>
                  <a:schemeClr val="accent4"/>
                </a:solidFill>
              </a:rPr>
              <a:t>Figure 5: Profile stats</a:t>
            </a:r>
            <a:endParaRPr lang="en-GB" dirty="0">
              <a:solidFill>
                <a:schemeClr val="accent4"/>
              </a:solidFill>
            </a:endParaRPr>
          </a:p>
        </p:txBody>
      </p:sp>
      <p:pic>
        <p:nvPicPr>
          <p:cNvPr id="17" name="Picture 16">
            <a:extLst>
              <a:ext uri="{FF2B5EF4-FFF2-40B4-BE49-F238E27FC236}">
                <a16:creationId xmlns:a16="http://schemas.microsoft.com/office/drawing/2014/main" id="{22F51B64-33A1-4F1F-8764-6DDDA68FB648}"/>
              </a:ext>
            </a:extLst>
          </p:cNvPr>
          <p:cNvPicPr>
            <a:picLocks noChangeAspect="1"/>
          </p:cNvPicPr>
          <p:nvPr/>
        </p:nvPicPr>
        <p:blipFill>
          <a:blip r:embed="rId10"/>
          <a:stretch>
            <a:fillRect/>
          </a:stretch>
        </p:blipFill>
        <p:spPr>
          <a:xfrm>
            <a:off x="23577361" y="13614789"/>
            <a:ext cx="2724530" cy="6120618"/>
          </a:xfrm>
          <a:prstGeom prst="rect">
            <a:avLst/>
          </a:prstGeom>
        </p:spPr>
      </p:pic>
      <p:pic>
        <p:nvPicPr>
          <p:cNvPr id="20" name="Picture 19">
            <a:extLst>
              <a:ext uri="{FF2B5EF4-FFF2-40B4-BE49-F238E27FC236}">
                <a16:creationId xmlns:a16="http://schemas.microsoft.com/office/drawing/2014/main" id="{A1A2E2E9-E75D-5F5C-9664-04CD5FA9B316}"/>
              </a:ext>
            </a:extLst>
          </p:cNvPr>
          <p:cNvPicPr>
            <a:picLocks noChangeAspect="1"/>
          </p:cNvPicPr>
          <p:nvPr/>
        </p:nvPicPr>
        <p:blipFill>
          <a:blip r:embed="rId11"/>
          <a:stretch>
            <a:fillRect/>
          </a:stretch>
        </p:blipFill>
        <p:spPr>
          <a:xfrm>
            <a:off x="26648101" y="13615451"/>
            <a:ext cx="2695951" cy="6119955"/>
          </a:xfrm>
          <a:prstGeom prst="rect">
            <a:avLst/>
          </a:prstGeom>
        </p:spPr>
      </p:pic>
      <p:sp>
        <p:nvSpPr>
          <p:cNvPr id="21" name="TextBox 20">
            <a:extLst>
              <a:ext uri="{FF2B5EF4-FFF2-40B4-BE49-F238E27FC236}">
                <a16:creationId xmlns:a16="http://schemas.microsoft.com/office/drawing/2014/main" id="{7D387F94-4A4E-3D97-0322-4616D30EA39C}"/>
              </a:ext>
            </a:extLst>
          </p:cNvPr>
          <p:cNvSpPr txBox="1"/>
          <p:nvPr/>
        </p:nvSpPr>
        <p:spPr>
          <a:xfrm>
            <a:off x="23593517" y="19937167"/>
            <a:ext cx="2724530" cy="830997"/>
          </a:xfrm>
          <a:prstGeom prst="rect">
            <a:avLst/>
          </a:prstGeom>
          <a:noFill/>
        </p:spPr>
        <p:txBody>
          <a:bodyPr wrap="square" rtlCol="0">
            <a:spAutoFit/>
          </a:bodyPr>
          <a:lstStyle/>
          <a:p>
            <a:r>
              <a:rPr lang="en-IE" dirty="0">
                <a:solidFill>
                  <a:schemeClr val="accent4"/>
                </a:solidFill>
              </a:rPr>
              <a:t>Figure 6: Captured Pieces, Move History</a:t>
            </a:r>
            <a:endParaRPr lang="en-GB" dirty="0">
              <a:solidFill>
                <a:schemeClr val="accent4"/>
              </a:solidFill>
            </a:endParaRPr>
          </a:p>
        </p:txBody>
      </p:sp>
      <p:sp>
        <p:nvSpPr>
          <p:cNvPr id="26" name="TextBox 25">
            <a:extLst>
              <a:ext uri="{FF2B5EF4-FFF2-40B4-BE49-F238E27FC236}">
                <a16:creationId xmlns:a16="http://schemas.microsoft.com/office/drawing/2014/main" id="{AD682A7B-3639-ED13-6296-F6323E506FE5}"/>
              </a:ext>
            </a:extLst>
          </p:cNvPr>
          <p:cNvSpPr txBox="1"/>
          <p:nvPr/>
        </p:nvSpPr>
        <p:spPr>
          <a:xfrm>
            <a:off x="26631945" y="19983333"/>
            <a:ext cx="2695951" cy="830997"/>
          </a:xfrm>
          <a:prstGeom prst="rect">
            <a:avLst/>
          </a:prstGeom>
          <a:noFill/>
        </p:spPr>
        <p:txBody>
          <a:bodyPr wrap="square" rtlCol="0">
            <a:spAutoFit/>
          </a:bodyPr>
          <a:lstStyle/>
          <a:p>
            <a:r>
              <a:rPr lang="en-IE" dirty="0">
                <a:solidFill>
                  <a:schemeClr val="accent4"/>
                </a:solidFill>
              </a:rPr>
              <a:t>Figure 7: Accuracy Stats</a:t>
            </a:r>
            <a:endParaRPr lang="en-GB" dirty="0">
              <a:solidFill>
                <a:schemeClr val="accent4"/>
              </a:solidFill>
            </a:endParaRPr>
          </a:p>
        </p:txBody>
      </p:sp>
    </p:spTree>
  </p:cSld>
  <p:clrMapOvr>
    <a:masterClrMapping/>
  </p:clrMapOvr>
</p:sld>
</file>

<file path=ppt/theme/theme1.xml><?xml version="1.0" encoding="utf-8"?>
<a:theme xmlns:a="http://schemas.openxmlformats.org/drawingml/2006/main" name="Custom Design">
  <a:themeElements>
    <a:clrScheme name="Custom 1">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83CAEB"/>
      </a:hlink>
      <a:folHlink>
        <a:srgbClr val="FFFFFF"/>
      </a:folHlink>
    </a:clrScheme>
    <a:fontScheme name="Custom 2">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Template/>
  <TotalTime>0</TotalTime>
  <Words>1014</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Manager/>
  <Company>ATU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Portrait Poster Template</dc:title>
  <dc:subject/>
  <dc:creator/>
  <cp:keywords/>
  <dc:description/>
  <cp:lastModifiedBy>TOMAS PETTIT - STUDENT</cp:lastModifiedBy>
  <cp:revision>241</cp:revision>
  <cp:lastPrinted>2026-04-26T08:22:05Z</cp:lastPrinted>
  <dcterms:created xsi:type="dcterms:W3CDTF">2009-11-10T07:29:27Z</dcterms:created>
  <dcterms:modified xsi:type="dcterms:W3CDTF">2026-04-26T18:47:06Z</dcterms:modified>
  <cp:category>Software Development</cp:category>
</cp:coreProperties>
</file>